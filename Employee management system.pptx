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5" r:id="rId1"/>
  </p:sldMasterIdLst>
  <p:notesMasterIdLst>
    <p:notesMasterId r:id="rId22"/>
  </p:notesMasterIdLst>
  <p:sldIdLst>
    <p:sldId id="256" r:id="rId2"/>
    <p:sldId id="257" r:id="rId3"/>
    <p:sldId id="258" r:id="rId4"/>
    <p:sldId id="260" r:id="rId5"/>
    <p:sldId id="261" r:id="rId6"/>
    <p:sldId id="262" r:id="rId7"/>
    <p:sldId id="263" r:id="rId8"/>
    <p:sldId id="274" r:id="rId9"/>
    <p:sldId id="265" r:id="rId10"/>
    <p:sldId id="266" r:id="rId11"/>
    <p:sldId id="275" r:id="rId12"/>
    <p:sldId id="273" r:id="rId13"/>
    <p:sldId id="276" r:id="rId14"/>
    <p:sldId id="277" r:id="rId15"/>
    <p:sldId id="278" r:id="rId16"/>
    <p:sldId id="268" r:id="rId17"/>
    <p:sldId id="270" r:id="rId18"/>
    <p:sldId id="271" r:id="rId19"/>
    <p:sldId id="272" r:id="rId20"/>
    <p:sldId id="259" r:id="rId21"/>
  </p:sldIdLst>
  <p:sldSz cx="12192000" cy="6858000"/>
  <p:notesSz cx="6858000" cy="9144000"/>
  <p:embeddedFontLst>
    <p:embeddedFont>
      <p:font typeface="Lato Black" panose="020F0502020204030203" pitchFamily="34" charset="0"/>
      <p:bold r:id="rId23"/>
      <p:boldItalic r:id="rId24"/>
    </p:embeddedFont>
    <p:embeddedFont>
      <p:font typeface="Libre Baskerville" panose="02000000000000000000" pitchFamily="2" charset="0"/>
      <p:regular r:id="rId25"/>
      <p:bold r:id="rId26"/>
      <p:italic r:id="rId27"/>
      <p:boldItalic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136C4E5-BE9A-4B72-9F17-8A0881214737}" v="11" dt="2026-06-27T05:16:03.09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8" d="100"/>
          <a:sy n="98" d="100"/>
        </p:scale>
        <p:origin x="58" y="13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u chandu" userId="323fa26d58c0702d" providerId="LiveId" clId="{A75E36ED-E9ED-4A0D-92C4-F8E0F47F5860}"/>
    <pc:docChg chg="undo custSel addSld modSld">
      <pc:chgData name="u chandu" userId="323fa26d58c0702d" providerId="LiveId" clId="{A75E36ED-E9ED-4A0D-92C4-F8E0F47F5860}" dt="2026-06-27T05:16:03.082" v="1655" actId="20577"/>
      <pc:docMkLst>
        <pc:docMk/>
      </pc:docMkLst>
      <pc:sldChg chg="modSp mod">
        <pc:chgData name="u chandu" userId="323fa26d58c0702d" providerId="LiveId" clId="{A75E36ED-E9ED-4A0D-92C4-F8E0F47F5860}" dt="2026-06-15T09:42:02.210" v="1132" actId="14100"/>
        <pc:sldMkLst>
          <pc:docMk/>
          <pc:sldMk cId="0" sldId="256"/>
        </pc:sldMkLst>
        <pc:spChg chg="mod">
          <ac:chgData name="u chandu" userId="323fa26d58c0702d" providerId="LiveId" clId="{A75E36ED-E9ED-4A0D-92C4-F8E0F47F5860}" dt="2026-06-12T08:55:08.970" v="124" actId="2711"/>
          <ac:spMkLst>
            <pc:docMk/>
            <pc:sldMk cId="0" sldId="256"/>
            <ac:spMk id="99" creationId="{00000000-0000-0000-0000-000000000000}"/>
          </ac:spMkLst>
        </pc:spChg>
        <pc:picChg chg="mod">
          <ac:chgData name="u chandu" userId="323fa26d58c0702d" providerId="LiveId" clId="{A75E36ED-E9ED-4A0D-92C4-F8E0F47F5860}" dt="2026-06-15T09:42:02.210" v="1132" actId="14100"/>
          <ac:picMkLst>
            <pc:docMk/>
            <pc:sldMk cId="0" sldId="256"/>
            <ac:picMk id="98" creationId="{00000000-0000-0000-0000-000000000000}"/>
          </ac:picMkLst>
        </pc:picChg>
      </pc:sldChg>
      <pc:sldChg chg="addSp delSp modSp mod modAnim">
        <pc:chgData name="u chandu" userId="323fa26d58c0702d" providerId="LiveId" clId="{A75E36ED-E9ED-4A0D-92C4-F8E0F47F5860}" dt="2026-06-27T05:16:03.082" v="1655" actId="20577"/>
        <pc:sldMkLst>
          <pc:docMk/>
          <pc:sldMk cId="0" sldId="257"/>
        </pc:sldMkLst>
        <pc:spChg chg="add del mod">
          <ac:chgData name="u chandu" userId="323fa26d58c0702d" providerId="LiveId" clId="{A75E36ED-E9ED-4A0D-92C4-F8E0F47F5860}" dt="2026-06-27T05:15:54.307" v="1645"/>
          <ac:spMkLst>
            <pc:docMk/>
            <pc:sldMk cId="0" sldId="257"/>
            <ac:spMk id="2" creationId="{FC3C841F-18F3-CE68-9614-6C5B52E528B6}"/>
          </ac:spMkLst>
        </pc:spChg>
        <pc:spChg chg="add mod">
          <ac:chgData name="u chandu" userId="323fa26d58c0702d" providerId="LiveId" clId="{A75E36ED-E9ED-4A0D-92C4-F8E0F47F5860}" dt="2026-06-27T05:16:03.082" v="1655" actId="20577"/>
          <ac:spMkLst>
            <pc:docMk/>
            <pc:sldMk cId="0" sldId="257"/>
            <ac:spMk id="3" creationId="{C3897E56-ED7F-1428-6714-C3C987F3C1E9}"/>
          </ac:spMkLst>
        </pc:spChg>
      </pc:sldChg>
      <pc:sldChg chg="modSp mod">
        <pc:chgData name="u chandu" userId="323fa26d58c0702d" providerId="LiveId" clId="{A75E36ED-E9ED-4A0D-92C4-F8E0F47F5860}" dt="2026-06-13T04:02:46.921" v="580" actId="115"/>
        <pc:sldMkLst>
          <pc:docMk/>
          <pc:sldMk cId="0" sldId="262"/>
        </pc:sldMkLst>
        <pc:spChg chg="mod">
          <ac:chgData name="u chandu" userId="323fa26d58c0702d" providerId="LiveId" clId="{A75E36ED-E9ED-4A0D-92C4-F8E0F47F5860}" dt="2026-06-13T04:02:46.921" v="580" actId="115"/>
          <ac:spMkLst>
            <pc:docMk/>
            <pc:sldMk cId="0" sldId="262"/>
            <ac:spMk id="2" creationId="{00000000-0000-0000-0000-000000000000}"/>
          </ac:spMkLst>
        </pc:spChg>
        <pc:spChg chg="mod">
          <ac:chgData name="u chandu" userId="323fa26d58c0702d" providerId="LiveId" clId="{A75E36ED-E9ED-4A0D-92C4-F8E0F47F5860}" dt="2026-06-13T04:00:17.298" v="553" actId="1076"/>
          <ac:spMkLst>
            <pc:docMk/>
            <pc:sldMk cId="0" sldId="262"/>
            <ac:spMk id="3" creationId="{00000000-0000-0000-0000-000000000000}"/>
          </ac:spMkLst>
        </pc:spChg>
      </pc:sldChg>
      <pc:sldChg chg="addSp delSp modSp mod">
        <pc:chgData name="u chandu" userId="323fa26d58c0702d" providerId="LiveId" clId="{A75E36ED-E9ED-4A0D-92C4-F8E0F47F5860}" dt="2026-06-15T09:34:42.331" v="1128" actId="1076"/>
        <pc:sldMkLst>
          <pc:docMk/>
          <pc:sldMk cId="0" sldId="263"/>
        </pc:sldMkLst>
        <pc:spChg chg="mod">
          <ac:chgData name="u chandu" userId="323fa26d58c0702d" providerId="LiveId" clId="{A75E36ED-E9ED-4A0D-92C4-F8E0F47F5860}" dt="2026-06-13T03:52:44.044" v="552" actId="115"/>
          <ac:spMkLst>
            <pc:docMk/>
            <pc:sldMk cId="0" sldId="263"/>
            <ac:spMk id="2" creationId="{00000000-0000-0000-0000-000000000000}"/>
          </ac:spMkLst>
        </pc:spChg>
        <pc:graphicFrameChg chg="mod modGraphic">
          <ac:chgData name="u chandu" userId="323fa26d58c0702d" providerId="LiveId" clId="{A75E36ED-E9ED-4A0D-92C4-F8E0F47F5860}" dt="2026-06-15T09:21:53.354" v="1125" actId="20577"/>
          <ac:graphicFrameMkLst>
            <pc:docMk/>
            <pc:sldMk cId="0" sldId="263"/>
            <ac:graphicFrameMk id="8" creationId="{2205B602-78BF-52E9-625D-9AF171D5ACA1}"/>
          </ac:graphicFrameMkLst>
        </pc:graphicFrameChg>
        <pc:picChg chg="add mod">
          <ac:chgData name="u chandu" userId="323fa26d58c0702d" providerId="LiveId" clId="{A75E36ED-E9ED-4A0D-92C4-F8E0F47F5860}" dt="2026-06-15T09:34:42.331" v="1128" actId="1076"/>
          <ac:picMkLst>
            <pc:docMk/>
            <pc:sldMk cId="0" sldId="263"/>
            <ac:picMk id="4" creationId="{EFC3F5D0-3C2F-FF16-3DF3-6252B9A55A9D}"/>
          </ac:picMkLst>
        </pc:picChg>
      </pc:sldChg>
      <pc:sldChg chg="addSp delSp modSp mod">
        <pc:chgData name="u chandu" userId="323fa26d58c0702d" providerId="LiveId" clId="{A75E36ED-E9ED-4A0D-92C4-F8E0F47F5860}" dt="2026-06-12T04:39:39.540" v="122" actId="115"/>
        <pc:sldMkLst>
          <pc:docMk/>
          <pc:sldMk cId="0" sldId="265"/>
        </pc:sldMkLst>
        <pc:spChg chg="mod">
          <ac:chgData name="u chandu" userId="323fa26d58c0702d" providerId="LiveId" clId="{A75E36ED-E9ED-4A0D-92C4-F8E0F47F5860}" dt="2026-06-12T04:39:39.540" v="122" actId="115"/>
          <ac:spMkLst>
            <pc:docMk/>
            <pc:sldMk cId="0" sldId="265"/>
            <ac:spMk id="8" creationId="{7A8B6655-ED38-034B-065F-9523B691FA07}"/>
          </ac:spMkLst>
        </pc:spChg>
        <pc:picChg chg="add mod">
          <ac:chgData name="u chandu" userId="323fa26d58c0702d" providerId="LiveId" clId="{A75E36ED-E9ED-4A0D-92C4-F8E0F47F5860}" dt="2026-06-12T04:39:31.486" v="121" actId="14100"/>
          <ac:picMkLst>
            <pc:docMk/>
            <pc:sldMk cId="0" sldId="265"/>
            <ac:picMk id="3" creationId="{5A24D5F1-02DD-7312-A32B-F098DF3BEA62}"/>
          </ac:picMkLst>
        </pc:picChg>
        <pc:picChg chg="add mod">
          <ac:chgData name="u chandu" userId="323fa26d58c0702d" providerId="LiveId" clId="{A75E36ED-E9ED-4A0D-92C4-F8E0F47F5860}" dt="2026-06-12T04:36:49.992" v="77" actId="1076"/>
          <ac:picMkLst>
            <pc:docMk/>
            <pc:sldMk cId="0" sldId="265"/>
            <ac:picMk id="5" creationId="{5F31808A-7E31-A3AF-8898-92066B71E128}"/>
          </ac:picMkLst>
        </pc:picChg>
      </pc:sldChg>
      <pc:sldChg chg="addSp delSp modSp mod">
        <pc:chgData name="u chandu" userId="323fa26d58c0702d" providerId="LiveId" clId="{A75E36ED-E9ED-4A0D-92C4-F8E0F47F5860}" dt="2026-06-12T09:14:41.669" v="203" actId="14100"/>
        <pc:sldMkLst>
          <pc:docMk/>
          <pc:sldMk cId="0" sldId="266"/>
        </pc:sldMkLst>
        <pc:spChg chg="mod">
          <ac:chgData name="u chandu" userId="323fa26d58c0702d" providerId="LiveId" clId="{A75E36ED-E9ED-4A0D-92C4-F8E0F47F5860}" dt="2026-06-12T09:11:30.450" v="184" actId="115"/>
          <ac:spMkLst>
            <pc:docMk/>
            <pc:sldMk cId="0" sldId="266"/>
            <ac:spMk id="3" creationId="{806E5D4D-8289-856B-0109-63B6DC462AB9}"/>
          </ac:spMkLst>
        </pc:spChg>
        <pc:picChg chg="add mod">
          <ac:chgData name="u chandu" userId="323fa26d58c0702d" providerId="LiveId" clId="{A75E36ED-E9ED-4A0D-92C4-F8E0F47F5860}" dt="2026-06-12T09:13:31.228" v="193" actId="1076"/>
          <ac:picMkLst>
            <pc:docMk/>
            <pc:sldMk cId="0" sldId="266"/>
            <ac:picMk id="4" creationId="{68B7357B-23B1-204B-7C17-E362FD5864CD}"/>
          </ac:picMkLst>
        </pc:picChg>
        <pc:picChg chg="add mod">
          <ac:chgData name="u chandu" userId="323fa26d58c0702d" providerId="LiveId" clId="{A75E36ED-E9ED-4A0D-92C4-F8E0F47F5860}" dt="2026-06-12T09:14:41.669" v="203" actId="14100"/>
          <ac:picMkLst>
            <pc:docMk/>
            <pc:sldMk cId="0" sldId="266"/>
            <ac:picMk id="6" creationId="{02128354-0448-AC9E-5105-B22404F80D87}"/>
          </ac:picMkLst>
        </pc:picChg>
      </pc:sldChg>
      <pc:sldChg chg="addSp modSp mod">
        <pc:chgData name="u chandu" userId="323fa26d58c0702d" providerId="LiveId" clId="{A75E36ED-E9ED-4A0D-92C4-F8E0F47F5860}" dt="2026-06-15T11:04:07.341" v="1641" actId="20577"/>
        <pc:sldMkLst>
          <pc:docMk/>
          <pc:sldMk cId="0" sldId="268"/>
        </pc:sldMkLst>
        <pc:spChg chg="mod">
          <ac:chgData name="u chandu" userId="323fa26d58c0702d" providerId="LiveId" clId="{A75E36ED-E9ED-4A0D-92C4-F8E0F47F5860}" dt="2026-06-12T10:15:24.304" v="386" actId="115"/>
          <ac:spMkLst>
            <pc:docMk/>
            <pc:sldMk cId="0" sldId="268"/>
            <ac:spMk id="4" creationId="{00000000-0000-0000-0000-000000000000}"/>
          </ac:spMkLst>
        </pc:spChg>
        <pc:spChg chg="mod">
          <ac:chgData name="u chandu" userId="323fa26d58c0702d" providerId="LiveId" clId="{A75E36ED-E9ED-4A0D-92C4-F8E0F47F5860}" dt="2026-06-15T11:04:07.341" v="1641" actId="20577"/>
          <ac:spMkLst>
            <pc:docMk/>
            <pc:sldMk cId="0" sldId="268"/>
            <ac:spMk id="5" creationId="{00000000-0000-0000-0000-000000000000}"/>
          </ac:spMkLst>
        </pc:spChg>
      </pc:sldChg>
      <pc:sldChg chg="addSp delSp modSp mod">
        <pc:chgData name="u chandu" userId="323fa26d58c0702d" providerId="LiveId" clId="{A75E36ED-E9ED-4A0D-92C4-F8E0F47F5860}" dt="2026-06-12T10:33:38.393" v="536" actId="1076"/>
        <pc:sldMkLst>
          <pc:docMk/>
          <pc:sldMk cId="0" sldId="270"/>
        </pc:sldMkLst>
        <pc:spChg chg="mod">
          <ac:chgData name="u chandu" userId="323fa26d58c0702d" providerId="LiveId" clId="{A75E36ED-E9ED-4A0D-92C4-F8E0F47F5860}" dt="2026-06-12T10:33:38.393" v="536" actId="1076"/>
          <ac:spMkLst>
            <pc:docMk/>
            <pc:sldMk cId="0" sldId="270"/>
            <ac:spMk id="4" creationId="{00000000-0000-0000-0000-000000000000}"/>
          </ac:spMkLst>
        </pc:spChg>
        <pc:spChg chg="add mod">
          <ac:chgData name="u chandu" userId="323fa26d58c0702d" providerId="LiveId" clId="{A75E36ED-E9ED-4A0D-92C4-F8E0F47F5860}" dt="2026-06-12T10:33:33.384" v="535" actId="1076"/>
          <ac:spMkLst>
            <pc:docMk/>
            <pc:sldMk cId="0" sldId="270"/>
            <ac:spMk id="6" creationId="{E9C402BE-39A3-00C7-5898-B4C29CB08C66}"/>
          </ac:spMkLst>
        </pc:spChg>
      </pc:sldChg>
      <pc:sldChg chg="modSp mod">
        <pc:chgData name="u chandu" userId="323fa26d58c0702d" providerId="LiveId" clId="{A75E36ED-E9ED-4A0D-92C4-F8E0F47F5860}" dt="2026-06-12T10:30:53.631" v="534" actId="1076"/>
        <pc:sldMkLst>
          <pc:docMk/>
          <pc:sldMk cId="0" sldId="271"/>
        </pc:sldMkLst>
        <pc:spChg chg="mod">
          <ac:chgData name="u chandu" userId="323fa26d58c0702d" providerId="LiveId" clId="{A75E36ED-E9ED-4A0D-92C4-F8E0F47F5860}" dt="2026-06-12T10:30:08.675" v="529" actId="115"/>
          <ac:spMkLst>
            <pc:docMk/>
            <pc:sldMk cId="0" sldId="271"/>
            <ac:spMk id="4" creationId="{00000000-0000-0000-0000-000000000000}"/>
          </ac:spMkLst>
        </pc:spChg>
        <pc:spChg chg="mod">
          <ac:chgData name="u chandu" userId="323fa26d58c0702d" providerId="LiveId" clId="{A75E36ED-E9ED-4A0D-92C4-F8E0F47F5860}" dt="2026-06-12T10:30:53.631" v="534" actId="1076"/>
          <ac:spMkLst>
            <pc:docMk/>
            <pc:sldMk cId="0" sldId="271"/>
            <ac:spMk id="5" creationId="{00000000-0000-0000-0000-000000000000}"/>
          </ac:spMkLst>
        </pc:spChg>
      </pc:sldChg>
      <pc:sldChg chg="addSp delSp modSp mod">
        <pc:chgData name="u chandu" userId="323fa26d58c0702d" providerId="LiveId" clId="{A75E36ED-E9ED-4A0D-92C4-F8E0F47F5860}" dt="2026-06-12T09:37:22.657" v="306" actId="1076"/>
        <pc:sldMkLst>
          <pc:docMk/>
          <pc:sldMk cId="0" sldId="273"/>
        </pc:sldMkLst>
        <pc:spChg chg="mod">
          <ac:chgData name="u chandu" userId="323fa26d58c0702d" providerId="LiveId" clId="{A75E36ED-E9ED-4A0D-92C4-F8E0F47F5860}" dt="2026-06-12T09:37:13.896" v="304" actId="1076"/>
          <ac:spMkLst>
            <pc:docMk/>
            <pc:sldMk cId="0" sldId="273"/>
            <ac:spMk id="3" creationId="{39256AE5-5455-7FDB-FBB1-37E2D26408CD}"/>
          </ac:spMkLst>
        </pc:spChg>
        <pc:picChg chg="add mod">
          <ac:chgData name="u chandu" userId="323fa26d58c0702d" providerId="LiveId" clId="{A75E36ED-E9ED-4A0D-92C4-F8E0F47F5860}" dt="2026-06-12T09:37:18.634" v="305" actId="1076"/>
          <ac:picMkLst>
            <pc:docMk/>
            <pc:sldMk cId="0" sldId="273"/>
            <ac:picMk id="4" creationId="{0F5C8438-53C1-11E9-240E-92A03CF1AF55}"/>
          </ac:picMkLst>
        </pc:picChg>
        <pc:picChg chg="add mod">
          <ac:chgData name="u chandu" userId="323fa26d58c0702d" providerId="LiveId" clId="{A75E36ED-E9ED-4A0D-92C4-F8E0F47F5860}" dt="2026-06-12T09:37:22.657" v="306" actId="1076"/>
          <ac:picMkLst>
            <pc:docMk/>
            <pc:sldMk cId="0" sldId="273"/>
            <ac:picMk id="7" creationId="{F6E59400-71EE-67D0-3CF6-55DB0595C921}"/>
          </ac:picMkLst>
        </pc:picChg>
      </pc:sldChg>
      <pc:sldChg chg="addSp delSp modSp mod">
        <pc:chgData name="u chandu" userId="323fa26d58c0702d" providerId="LiveId" clId="{A75E36ED-E9ED-4A0D-92C4-F8E0F47F5860}" dt="2026-06-12T09:15:35.659" v="208" actId="27636"/>
        <pc:sldMkLst>
          <pc:docMk/>
          <pc:sldMk cId="2496604914" sldId="274"/>
        </pc:sldMkLst>
        <pc:spChg chg="mod">
          <ac:chgData name="u chandu" userId="323fa26d58c0702d" providerId="LiveId" clId="{A75E36ED-E9ED-4A0D-92C4-F8E0F47F5860}" dt="2026-06-12T09:15:35.659" v="208" actId="27636"/>
          <ac:spMkLst>
            <pc:docMk/>
            <pc:sldMk cId="2496604914" sldId="274"/>
            <ac:spMk id="2" creationId="{00000000-0000-0000-0000-000000000000}"/>
          </ac:spMkLst>
        </pc:spChg>
        <pc:spChg chg="mod">
          <ac:chgData name="u chandu" userId="323fa26d58c0702d" providerId="LiveId" clId="{A75E36ED-E9ED-4A0D-92C4-F8E0F47F5860}" dt="2026-06-12T04:33:02.628" v="66" actId="255"/>
          <ac:spMkLst>
            <pc:docMk/>
            <pc:sldMk cId="2496604914" sldId="274"/>
            <ac:spMk id="3" creationId="{D4A6FDC3-E3F0-59E2-3FF9-10D2FE31BBEB}"/>
          </ac:spMkLst>
        </pc:spChg>
        <pc:picChg chg="add mod">
          <ac:chgData name="u chandu" userId="323fa26d58c0702d" providerId="LiveId" clId="{A75E36ED-E9ED-4A0D-92C4-F8E0F47F5860}" dt="2026-06-12T04:30:47.391" v="12" actId="14100"/>
          <ac:picMkLst>
            <pc:docMk/>
            <pc:sldMk cId="2496604914" sldId="274"/>
            <ac:picMk id="15" creationId="{251E53E2-93EE-66C2-789E-D64108743CD2}"/>
          </ac:picMkLst>
        </pc:picChg>
        <pc:picChg chg="add mod">
          <ac:chgData name="u chandu" userId="323fa26d58c0702d" providerId="LiveId" clId="{A75E36ED-E9ED-4A0D-92C4-F8E0F47F5860}" dt="2026-06-12T04:31:58.396" v="16" actId="1076"/>
          <ac:picMkLst>
            <pc:docMk/>
            <pc:sldMk cId="2496604914" sldId="274"/>
            <ac:picMk id="17" creationId="{4CBE7222-C833-CF10-EBB5-79880F94808D}"/>
          </ac:picMkLst>
        </pc:picChg>
      </pc:sldChg>
      <pc:sldChg chg="addSp delSp modSp mod">
        <pc:chgData name="u chandu" userId="323fa26d58c0702d" providerId="LiveId" clId="{A75E36ED-E9ED-4A0D-92C4-F8E0F47F5860}" dt="2026-06-12T09:28:42.122" v="261" actId="1076"/>
        <pc:sldMkLst>
          <pc:docMk/>
          <pc:sldMk cId="1879510577" sldId="275"/>
        </pc:sldMkLst>
        <pc:spChg chg="mod">
          <ac:chgData name="u chandu" userId="323fa26d58c0702d" providerId="LiveId" clId="{A75E36ED-E9ED-4A0D-92C4-F8E0F47F5860}" dt="2026-06-12T09:24:24.973" v="248" actId="113"/>
          <ac:spMkLst>
            <pc:docMk/>
            <pc:sldMk cId="1879510577" sldId="275"/>
            <ac:spMk id="3" creationId="{B697A6F5-9982-0198-5675-F6409F4046F4}"/>
          </ac:spMkLst>
        </pc:spChg>
        <pc:picChg chg="add mod">
          <ac:chgData name="u chandu" userId="323fa26d58c0702d" providerId="LiveId" clId="{A75E36ED-E9ED-4A0D-92C4-F8E0F47F5860}" dt="2026-06-12T09:25:44.471" v="251" actId="1076"/>
          <ac:picMkLst>
            <pc:docMk/>
            <pc:sldMk cId="1879510577" sldId="275"/>
            <ac:picMk id="4" creationId="{503EE629-8C58-0D8F-DD92-14126746FC1F}"/>
          </ac:picMkLst>
        </pc:picChg>
        <pc:picChg chg="add mod">
          <ac:chgData name="u chandu" userId="323fa26d58c0702d" providerId="LiveId" clId="{A75E36ED-E9ED-4A0D-92C4-F8E0F47F5860}" dt="2026-06-12T09:28:42.122" v="261" actId="1076"/>
          <ac:picMkLst>
            <pc:docMk/>
            <pc:sldMk cId="1879510577" sldId="275"/>
            <ac:picMk id="8" creationId="{A732C60A-1128-B5BD-40FC-B3E3D291EDBA}"/>
          </ac:picMkLst>
        </pc:picChg>
      </pc:sldChg>
      <pc:sldChg chg="addSp delSp modSp mod">
        <pc:chgData name="u chandu" userId="323fa26d58c0702d" providerId="LiveId" clId="{A75E36ED-E9ED-4A0D-92C4-F8E0F47F5860}" dt="2026-06-15T04:18:47.281" v="1034" actId="1036"/>
        <pc:sldMkLst>
          <pc:docMk/>
          <pc:sldMk cId="3816484985" sldId="276"/>
        </pc:sldMkLst>
        <pc:spChg chg="mod">
          <ac:chgData name="u chandu" userId="323fa26d58c0702d" providerId="LiveId" clId="{A75E36ED-E9ED-4A0D-92C4-F8E0F47F5860}" dt="2026-06-12T09:45:58.881" v="332" actId="115"/>
          <ac:spMkLst>
            <pc:docMk/>
            <pc:sldMk cId="3816484985" sldId="276"/>
            <ac:spMk id="3" creationId="{FFB78C6D-16A0-B101-8E52-3933A0D61A81}"/>
          </ac:spMkLst>
        </pc:spChg>
        <pc:picChg chg="add mod">
          <ac:chgData name="u chandu" userId="323fa26d58c0702d" providerId="LiveId" clId="{A75E36ED-E9ED-4A0D-92C4-F8E0F47F5860}" dt="2026-06-15T04:18:47.281" v="1034" actId="1036"/>
          <ac:picMkLst>
            <pc:docMk/>
            <pc:sldMk cId="3816484985" sldId="276"/>
            <ac:picMk id="4" creationId="{E341E7EE-F43D-973F-F86B-A9B86B33D973}"/>
          </ac:picMkLst>
        </pc:picChg>
        <pc:picChg chg="add mod">
          <ac:chgData name="u chandu" userId="323fa26d58c0702d" providerId="LiveId" clId="{A75E36ED-E9ED-4A0D-92C4-F8E0F47F5860}" dt="2026-06-12T09:46:07.163" v="333" actId="1076"/>
          <ac:picMkLst>
            <pc:docMk/>
            <pc:sldMk cId="3816484985" sldId="276"/>
            <ac:picMk id="6" creationId="{E022CCD5-8C49-DF23-2812-F7658CB1C1B0}"/>
          </ac:picMkLst>
        </pc:picChg>
      </pc:sldChg>
      <pc:sldChg chg="addSp delSp modSp new mod">
        <pc:chgData name="u chandu" userId="323fa26d58c0702d" providerId="LiveId" clId="{A75E36ED-E9ED-4A0D-92C4-F8E0F47F5860}" dt="2026-06-15T10:42:45.643" v="1198" actId="20577"/>
        <pc:sldMkLst>
          <pc:docMk/>
          <pc:sldMk cId="1334837682" sldId="277"/>
        </pc:sldMkLst>
        <pc:spChg chg="add mod">
          <ac:chgData name="u chandu" userId="323fa26d58c0702d" providerId="LiveId" clId="{A75E36ED-E9ED-4A0D-92C4-F8E0F47F5860}" dt="2026-06-15T10:42:45.643" v="1198" actId="20577"/>
          <ac:spMkLst>
            <pc:docMk/>
            <pc:sldMk cId="1334837682" sldId="277"/>
            <ac:spMk id="2" creationId="{38895A32-5F17-AB92-6802-7A5B65818389}"/>
          </ac:spMkLst>
        </pc:spChg>
        <pc:picChg chg="add mod">
          <ac:chgData name="u chandu" userId="323fa26d58c0702d" providerId="LiveId" clId="{A75E36ED-E9ED-4A0D-92C4-F8E0F47F5860}" dt="2026-06-15T10:40:39.576" v="1138" actId="1076"/>
          <ac:picMkLst>
            <pc:docMk/>
            <pc:sldMk cId="1334837682" sldId="277"/>
            <ac:picMk id="8" creationId="{BED2A06A-7D34-1E22-DEFD-06E171419046}"/>
          </ac:picMkLst>
        </pc:picChg>
        <pc:picChg chg="add mod">
          <ac:chgData name="u chandu" userId="323fa26d58c0702d" providerId="LiveId" clId="{A75E36ED-E9ED-4A0D-92C4-F8E0F47F5860}" dt="2026-06-15T10:41:21.933" v="1147" actId="1076"/>
          <ac:picMkLst>
            <pc:docMk/>
            <pc:sldMk cId="1334837682" sldId="277"/>
            <ac:picMk id="10" creationId="{29AFAC60-532E-8826-F5DC-4B6EB2239D4B}"/>
          </ac:picMkLst>
        </pc:picChg>
      </pc:sldChg>
      <pc:sldChg chg="addSp delSp modSp new mod">
        <pc:chgData name="u chandu" userId="323fa26d58c0702d" providerId="LiveId" clId="{A75E36ED-E9ED-4A0D-92C4-F8E0F47F5860}" dt="2026-06-15T10:49:54.223" v="1245" actId="1076"/>
        <pc:sldMkLst>
          <pc:docMk/>
          <pc:sldMk cId="3473238364" sldId="278"/>
        </pc:sldMkLst>
        <pc:spChg chg="add mod">
          <ac:chgData name="u chandu" userId="323fa26d58c0702d" providerId="LiveId" clId="{A75E36ED-E9ED-4A0D-92C4-F8E0F47F5860}" dt="2026-06-15T10:48:47.793" v="1238" actId="113"/>
          <ac:spMkLst>
            <pc:docMk/>
            <pc:sldMk cId="3473238364" sldId="278"/>
            <ac:spMk id="3" creationId="{6BF2E367-8F3B-3232-72EB-89FB9D97F44C}"/>
          </ac:spMkLst>
        </pc:spChg>
        <pc:picChg chg="add mod">
          <ac:chgData name="u chandu" userId="323fa26d58c0702d" providerId="LiveId" clId="{A75E36ED-E9ED-4A0D-92C4-F8E0F47F5860}" dt="2026-06-15T10:48:51.015" v="1239" actId="1076"/>
          <ac:picMkLst>
            <pc:docMk/>
            <pc:sldMk cId="3473238364" sldId="278"/>
            <ac:picMk id="5" creationId="{E2D2C394-7B52-FEC8-67FE-9F3377901344}"/>
          </ac:picMkLst>
        </pc:picChg>
        <pc:picChg chg="add mod">
          <ac:chgData name="u chandu" userId="323fa26d58c0702d" providerId="LiveId" clId="{A75E36ED-E9ED-4A0D-92C4-F8E0F47F5860}" dt="2026-06-15T10:49:54.223" v="1245" actId="1076"/>
          <ac:picMkLst>
            <pc:docMk/>
            <pc:sldMk cId="3473238364" sldId="278"/>
            <ac:picMk id="7" creationId="{CF858039-2F86-9A70-74D1-277F215A8A93}"/>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IN"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t>‹#›</a:t>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panose="020F0502020204030204"/>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IN" sz="1200" b="0" i="0" u="none" strike="noStrike" cap="none" smtClean="0">
                <a:solidFill>
                  <a:schemeClr val="dk1"/>
                </a:solidFill>
                <a:latin typeface="Calibri" panose="020F0502020204030204"/>
                <a:ea typeface="Calibri" panose="020F0502020204030204"/>
                <a:cs typeface="Calibri" panose="020F0502020204030204"/>
                <a:sym typeface="Calibri" panose="020F0502020204030204"/>
              </a:rPr>
              <a:t>16</a:t>
            </a:fld>
            <a:endParaRPr lang="en-IN"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extLst>
      <p:ext uri="{BB962C8B-B14F-4D97-AF65-F5344CB8AC3E}">
        <p14:creationId xmlns:p14="http://schemas.microsoft.com/office/powerpoint/2010/main" val="24752876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12842D-D346-EF85-01DB-91D6B868358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6984FD0-983D-278D-7A85-7D1C012514A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A28A44F-D5EF-28E2-9AD4-619A79D83E2D}"/>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109D9922-D559-24B9-CB1E-CDCEA837195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87FF092-069C-3052-59EF-7AC9FF2BAD99}"/>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23969375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484B0B-B3B4-F73A-1620-D13264C27F4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A1C83DB-1399-8AFE-90E9-A25E2D3234D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F2AFF85-55B4-30E8-BB1B-4296A3870553}"/>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C1227EE3-3FCF-E869-7EA4-48919289584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68FF53B-58D2-E05E-88D8-750F5CCB767C}"/>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4246231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144E3C-90A1-088F-4068-7876DF16427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9A48234-77CB-D052-E039-FA3F7450780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B8812BE-0773-825B-3C26-745FC74F950C}"/>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A2BFFE6E-5E8B-7D9C-08F8-C3EA469FDDE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21617EE-28DA-E763-D0EA-3B5C3826441E}"/>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38758404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65BC9B-00C5-9FBA-1397-2B1011F090A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4BB79F4-385C-9A90-3F76-85948EB435F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70B0B00-3492-43A7-EB50-76835080060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AA6239F-D3F5-BDE1-D444-B7F9CEC8AD24}"/>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6566F354-D68F-812C-4CFF-1F5C2F2E383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7971E12-31D2-48C8-B0FE-FB0EDCF84E1D}"/>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34347738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890BBB-1215-EA77-6B42-3491391C0FE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067B21E-8EEF-0F5E-892C-A2616812DD6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FF30737-E5CC-9A5B-7B3A-927F9A82CA6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158FDE5-7D99-1614-0CA6-DA3219E0DBE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E344FD7-14B7-C4FE-DB5C-35F26F84601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CC876C5-9920-DDA2-7241-96C3E13F9DC0}"/>
              </a:ext>
            </a:extLst>
          </p:cNvPr>
          <p:cNvSpPr>
            <a:spLocks noGrp="1"/>
          </p:cNvSpPr>
          <p:nvPr>
            <p:ph type="dt" sz="half" idx="10"/>
          </p:nvPr>
        </p:nvSpPr>
        <p:spPr/>
        <p:txBody>
          <a:bodyPr/>
          <a:lstStyle/>
          <a:p>
            <a:endParaRPr lang="en-IN"/>
          </a:p>
        </p:txBody>
      </p:sp>
      <p:sp>
        <p:nvSpPr>
          <p:cNvPr id="8" name="Footer Placeholder 7">
            <a:extLst>
              <a:ext uri="{FF2B5EF4-FFF2-40B4-BE49-F238E27FC236}">
                <a16:creationId xmlns:a16="http://schemas.microsoft.com/office/drawing/2014/main" id="{3E94A57A-08B3-C7F5-449A-8AABD4D000E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B5BC34D-2DD9-C5A6-63A3-25B265D7557C}"/>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20771218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0A547-8B6B-544D-44EA-22C89955CA7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EEE5524-8B66-47F1-4AEF-00ACCCF9051D}"/>
              </a:ext>
            </a:extLst>
          </p:cNvPr>
          <p:cNvSpPr>
            <a:spLocks noGrp="1"/>
          </p:cNvSpPr>
          <p:nvPr>
            <p:ph type="dt" sz="half" idx="10"/>
          </p:nvPr>
        </p:nvSpPr>
        <p:spPr/>
        <p:txBody>
          <a:bodyPr/>
          <a:lstStyle/>
          <a:p>
            <a:endParaRPr lang="en-IN"/>
          </a:p>
        </p:txBody>
      </p:sp>
      <p:sp>
        <p:nvSpPr>
          <p:cNvPr id="4" name="Footer Placeholder 3">
            <a:extLst>
              <a:ext uri="{FF2B5EF4-FFF2-40B4-BE49-F238E27FC236}">
                <a16:creationId xmlns:a16="http://schemas.microsoft.com/office/drawing/2014/main" id="{9B554E92-E0FF-9644-0AC0-053100B2E3C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493BC17-B87F-FFB8-EF00-D8DFCA12DE98}"/>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40795878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AF8DA1D-CA4C-0384-DC4B-076B64DE68AE}"/>
              </a:ext>
            </a:extLst>
          </p:cNvPr>
          <p:cNvSpPr>
            <a:spLocks noGrp="1"/>
          </p:cNvSpPr>
          <p:nvPr>
            <p:ph type="dt" sz="half" idx="10"/>
          </p:nvPr>
        </p:nvSpPr>
        <p:spPr/>
        <p:txBody>
          <a:bodyPr/>
          <a:lstStyle/>
          <a:p>
            <a:endParaRPr lang="en-IN"/>
          </a:p>
        </p:txBody>
      </p:sp>
      <p:sp>
        <p:nvSpPr>
          <p:cNvPr id="3" name="Footer Placeholder 2">
            <a:extLst>
              <a:ext uri="{FF2B5EF4-FFF2-40B4-BE49-F238E27FC236}">
                <a16:creationId xmlns:a16="http://schemas.microsoft.com/office/drawing/2014/main" id="{4216310F-EC3A-12F9-29EF-4288D80BFB7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871AC14-701A-B564-0585-C42B16C29A52}"/>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38785812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80892D-E9D6-9CC0-8162-9FC720211F9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F0EA5C9-E1FC-06B8-9A8D-84639C034F8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516180A-8984-AE7B-A115-4D5041799A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BDE9DB-687F-D1F9-D5ED-9B2D810E7E54}"/>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11ECE254-6B96-2E45-D1D8-7EBC7075D6E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D0DD815-3BAB-948F-175E-0FD8AF3BDBBB}"/>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5677370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41F517-3E86-7B1A-8346-89F95CC618F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876BE4A-BF16-956D-F67D-2A65D896497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AEA867B-DA3C-D169-3A81-206E3E963C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B97FA05-C084-BD1C-586C-29F251DDDB37}"/>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7F43AC3E-4C8A-6E88-FEB4-7CD3143188F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0B2BCD7-F530-9D4E-8466-1F4C4F59579C}"/>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347911003"/>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8E7504-8811-14DC-CD4F-8626720C040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9AEBAA8-4ED4-DFAB-34AB-A52A16347D6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22BDE62-AB75-0D57-E090-93450EC4E16D}"/>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EDEFA1D0-8720-AF8E-32FB-802F49B6C5B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1E5E9A9-0270-225F-C78B-8B407C780D1B}"/>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39180131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B2DC4E3-2474-33E5-4B70-ED7B354D807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A95CD64-15EC-3D1F-78FF-58EBCCFDAE1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B5AD900-3EF5-1307-84C8-9D6DAB3B0375}"/>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00E3DA3C-AF64-B29F-70CD-076167660AE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E326F64-2224-F17C-F2E9-A73C5D325B41}"/>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34850057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7A2783A-14BA-7E9D-F692-BB33AFECE0F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2F34FFB-3F9A-6F1D-3A0B-E4562BEAF48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C5764E2-0543-486E-C643-B457745DAF2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en-IN"/>
          </a:p>
        </p:txBody>
      </p:sp>
      <p:sp>
        <p:nvSpPr>
          <p:cNvPr id="5" name="Footer Placeholder 4">
            <a:extLst>
              <a:ext uri="{FF2B5EF4-FFF2-40B4-BE49-F238E27FC236}">
                <a16:creationId xmlns:a16="http://schemas.microsoft.com/office/drawing/2014/main" id="{57601AA1-14EB-01FD-8EC0-FB4AA37BD44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FD43246A-4CE8-443D-1E5D-B8FCF3F81C3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3635827959"/>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srcRect/>
          <a:stretch>
            <a:fillRect/>
          </a:stretch>
        </p:blipFill>
        <p:spPr>
          <a:xfrm>
            <a:off x="1185" y="0"/>
            <a:ext cx="12190815" cy="6858000"/>
          </a:xfrm>
          <a:prstGeom prst="rect">
            <a:avLst/>
          </a:prstGeom>
          <a:noFill/>
          <a:ln>
            <a:noFill/>
          </a:ln>
        </p:spPr>
      </p:pic>
      <p:sp>
        <p:nvSpPr>
          <p:cNvPr id="99" name="Google Shape;99;p1"/>
          <p:cNvSpPr txBox="1"/>
          <p:nvPr/>
        </p:nvSpPr>
        <p:spPr>
          <a:xfrm>
            <a:off x="1113644" y="3819525"/>
            <a:ext cx="9494520" cy="706120"/>
          </a:xfrm>
          <a:prstGeom prst="rect">
            <a:avLst/>
          </a:prstGeom>
          <a:noFill/>
          <a:ln>
            <a:noFill/>
          </a:ln>
        </p:spPr>
        <p:txBody>
          <a:bodyPr spcFirstLastPara="1" wrap="square" lIns="91425" tIns="45700" rIns="91425" bIns="45700" anchor="t" anchorCtr="0">
            <a:noAutofit/>
          </a:bodyPr>
          <a:lstStyle/>
          <a:p>
            <a:pPr lvl="0" algn="ctr">
              <a:buSzPts val="1800"/>
            </a:pPr>
            <a:r>
              <a:rPr lang="en-IN" sz="3200" b="1" u="sng" dirty="0">
                <a:latin typeface="Calibri" panose="020F0502020204030204" pitchFamily="34" charset="0"/>
                <a:ea typeface="Calibri" panose="020F0502020204030204" pitchFamily="34" charset="0"/>
                <a:cs typeface="Calibri" panose="020F0502020204030204" pitchFamily="34" charset="0"/>
              </a:rPr>
              <a:t>Employee Management System</a:t>
            </a:r>
            <a:endParaRPr lang="en-US" altLang="en-US" sz="3200" b="1" i="0" u="sng" strike="noStrike" cap="none"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panose="020F0502020204030204"/>
            </a:endParaRPr>
          </a:p>
        </p:txBody>
      </p:sp>
      <p:sp>
        <p:nvSpPr>
          <p:cNvPr id="2" name="Text Box 1"/>
          <p:cNvSpPr txBox="1"/>
          <p:nvPr/>
        </p:nvSpPr>
        <p:spPr>
          <a:xfrm>
            <a:off x="9120505" y="5445760"/>
            <a:ext cx="2583815" cy="1014730"/>
          </a:xfrm>
          <a:prstGeom prst="rect">
            <a:avLst/>
          </a:prstGeom>
          <a:noFill/>
        </p:spPr>
        <p:txBody>
          <a:bodyPr wrap="square" rtlCol="0">
            <a:spAutoFit/>
          </a:bodyPr>
          <a:lstStyle/>
          <a:p>
            <a:r>
              <a:rPr lang="en-US" sz="2000" b="1" dirty="0">
                <a:solidFill>
                  <a:srgbClr val="FF0000"/>
                </a:solidFill>
                <a:latin typeface="Calibri" panose="020F0502020204030204" charset="0"/>
                <a:cs typeface="Calibri" panose="020F0502020204030204" charset="0"/>
                <a:sym typeface="+mn-ea"/>
              </a:rPr>
              <a:t>Presented by </a:t>
            </a:r>
            <a:r>
              <a:rPr lang="en-US" sz="2000" b="1" dirty="0">
                <a:latin typeface="Calibri" panose="020F0502020204030204" charset="0"/>
                <a:cs typeface="Calibri" panose="020F0502020204030204" charset="0"/>
                <a:sym typeface="+mn-ea"/>
              </a:rPr>
              <a:t>:</a:t>
            </a:r>
            <a:endParaRPr lang="en-US" sz="2000" b="1" dirty="0">
              <a:latin typeface="Calibri" panose="020F0502020204030204" charset="0"/>
              <a:cs typeface="Calibri" panose="020F0502020204030204" charset="0"/>
            </a:endParaRPr>
          </a:p>
          <a:p>
            <a:r>
              <a:rPr lang="en-IN" sz="2000" b="1" dirty="0" err="1">
                <a:latin typeface="Calibri" panose="020F0502020204030204" charset="0"/>
                <a:cs typeface="Calibri" panose="020F0502020204030204" charset="0"/>
                <a:sym typeface="+mn-ea"/>
              </a:rPr>
              <a:t>U.Chandrashekar</a:t>
            </a:r>
            <a:endParaRPr lang="en-US" sz="2000" b="1" dirty="0">
              <a:latin typeface="Calibri" panose="020F0502020204030204" charset="0"/>
              <a:cs typeface="Calibri" panose="020F0502020204030204" charset="0"/>
            </a:endParaRPr>
          </a:p>
          <a:p>
            <a:r>
              <a:rPr lang="en-US" sz="2000" b="1" dirty="0">
                <a:solidFill>
                  <a:srgbClr val="FF0000"/>
                </a:solidFill>
                <a:latin typeface="Calibri" panose="020F0502020204030204" charset="0"/>
                <a:cs typeface="Calibri" panose="020F0502020204030204" charset="0"/>
                <a:sym typeface="+mn-ea"/>
              </a:rPr>
              <a:t>Batch No </a:t>
            </a:r>
            <a:r>
              <a:rPr lang="en-US" sz="2000" b="1" dirty="0">
                <a:latin typeface="Calibri" panose="020F0502020204030204" charset="0"/>
                <a:cs typeface="Calibri" panose="020F0502020204030204" charset="0"/>
                <a:sym typeface="+mn-ea"/>
              </a:rPr>
              <a:t>: 504</a:t>
            </a:r>
            <a:endParaRPr lang="en-IN" altLang="en-US" sz="2000" dirty="0">
              <a:latin typeface="Calibri" panose="020F0502020204030204" charset="0"/>
              <a:cs typeface="Calibri" panose="020F05020202040302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5" name="Google Shape;105;p3"/>
          <p:cNvSpPr txBox="1"/>
          <p:nvPr/>
        </p:nvSpPr>
        <p:spPr>
          <a:xfrm>
            <a:off x="427355" y="416560"/>
            <a:ext cx="6099810" cy="667385"/>
          </a:xfrm>
          <a:prstGeom prst="rect">
            <a:avLst/>
          </a:prstGeom>
          <a:noFill/>
          <a:ln>
            <a:noFill/>
          </a:ln>
        </p:spPr>
        <p:txBody>
          <a:bodyPr spcFirstLastPara="1" wrap="square" lIns="91425" tIns="45700" rIns="91425" bIns="45700" anchor="t" anchorCtr="0">
            <a:noAutofit/>
          </a:bodyPr>
          <a:lstStyle/>
          <a:p>
            <a:pPr marL="0" marR="0" lvl="0" indent="0" algn="l" rtl="0">
              <a:lnSpc>
                <a:spcPct val="80000"/>
              </a:lnSpc>
              <a:spcBef>
                <a:spcPts val="0"/>
              </a:spcBef>
              <a:spcAft>
                <a:spcPts val="0"/>
              </a:spcAft>
              <a:buClr>
                <a:srgbClr val="FF0000"/>
              </a:buClr>
              <a:buSzPts val="3200"/>
              <a:buFont typeface="Lato Black" panose="020F0802020204030203"/>
              <a:buNone/>
            </a:pPr>
            <a:r>
              <a:rPr lang="en-IN" sz="4000" b="1" i="0" u="sng" strike="noStrike" cap="none" dirty="0">
                <a:solidFill>
                  <a:srgbClr val="FF0000"/>
                </a:solidFill>
                <a:latin typeface="Arial" panose="020B0604020202020204" pitchFamily="34" charset="0"/>
                <a:ea typeface="Lato Black" panose="020F0802020204030203"/>
                <a:cs typeface="Arial" panose="020B0604020202020204" pitchFamily="34" charset="0"/>
                <a:sym typeface="Lato Black" panose="020F0802020204030203"/>
              </a:rPr>
              <a:t>About me</a:t>
            </a:r>
          </a:p>
        </p:txBody>
      </p:sp>
      <p:sp>
        <p:nvSpPr>
          <p:cNvPr id="3" name="Google Shape;104;p3">
            <a:extLst>
              <a:ext uri="{FF2B5EF4-FFF2-40B4-BE49-F238E27FC236}">
                <a16:creationId xmlns:a16="http://schemas.microsoft.com/office/drawing/2014/main" id="{C3897E56-ED7F-1428-6714-C3C987F3C1E9}"/>
              </a:ext>
            </a:extLst>
          </p:cNvPr>
          <p:cNvSpPr txBox="1"/>
          <p:nvPr/>
        </p:nvSpPr>
        <p:spPr>
          <a:xfrm>
            <a:off x="216470" y="1124268"/>
            <a:ext cx="12112725" cy="5078273"/>
          </a:xfrm>
          <a:prstGeom prst="rect">
            <a:avLst/>
          </a:prstGeom>
          <a:noFill/>
          <a:ln>
            <a:noFill/>
          </a:ln>
        </p:spPr>
        <p:txBody>
          <a:bodyPr spcFirstLastPara="1" wrap="square" lIns="91425" tIns="45700" rIns="91425" bIns="45700" anchor="t" anchorCtr="0">
            <a:spAutoFit/>
          </a:bodyPr>
          <a:lstStyle/>
          <a:p>
            <a:pPr marR="0" lvl="0" algn="l" rtl="0">
              <a:lnSpc>
                <a:spcPct val="100000"/>
              </a:lnSpc>
              <a:spcBef>
                <a:spcPts val="0"/>
              </a:spcBef>
              <a:spcAft>
                <a:spcPts val="0"/>
              </a:spcAft>
              <a:buClr>
                <a:schemeClr val="dk1"/>
              </a:buClr>
              <a:buSzPts val="2400"/>
            </a:pPr>
            <a:endParaRPr lang="en-IN" sz="2400" b="1" i="0" u="none" strike="noStrike" cap="none" dirty="0">
              <a:solidFill>
                <a:srgbClr val="FF0000"/>
              </a:solidFill>
              <a:latin typeface="Calibri"/>
              <a:ea typeface="Calibri"/>
              <a:cs typeface="Calibri"/>
              <a:sym typeface="Calibri"/>
            </a:endParaRPr>
          </a:p>
          <a:p>
            <a:pPr marL="342900" lvl="2" indent="-342900">
              <a:buClr>
                <a:schemeClr val="dk1"/>
              </a:buClr>
              <a:buSzPts val="2400"/>
              <a:buFont typeface="Arial" panose="020B0604020202020204" pitchFamily="34" charset="0"/>
              <a:buChar char="•"/>
            </a:pPr>
            <a:r>
              <a:rPr lang="en-IN" sz="2400" b="1" i="0" u="none" strike="noStrike" cap="none" dirty="0">
                <a:solidFill>
                  <a:schemeClr val="dk1"/>
                </a:solidFill>
                <a:latin typeface="Calibri"/>
                <a:ea typeface="Calibri"/>
                <a:cs typeface="Calibri"/>
                <a:sym typeface="Calibri"/>
              </a:rPr>
              <a:t>I completed my </a:t>
            </a:r>
            <a:r>
              <a:rPr lang="en-US" sz="2400" b="1" i="0" u="none" strike="noStrike" cap="none" dirty="0">
                <a:solidFill>
                  <a:schemeClr val="dk1"/>
                </a:solidFill>
                <a:latin typeface="Calibri"/>
                <a:ea typeface="Calibri"/>
                <a:cs typeface="Calibri"/>
                <a:sym typeface="Calibri"/>
              </a:rPr>
              <a:t>Bachelor of </a:t>
            </a:r>
            <a:r>
              <a:rPr lang="en-US" sz="2400" b="1" dirty="0">
                <a:solidFill>
                  <a:schemeClr val="dk1"/>
                </a:solidFill>
                <a:latin typeface="Calibri"/>
                <a:ea typeface="Calibri"/>
                <a:cs typeface="Calibri"/>
                <a:sym typeface="Calibri"/>
              </a:rPr>
              <a:t>Pharmacy</a:t>
            </a:r>
            <a:r>
              <a:rPr lang="en-US" sz="2400" b="1" i="0" u="none" strike="noStrike" cap="none" dirty="0">
                <a:solidFill>
                  <a:schemeClr val="dk1"/>
                </a:solidFill>
                <a:latin typeface="Calibri"/>
                <a:ea typeface="Calibri"/>
                <a:cs typeface="Calibri"/>
                <a:sym typeface="Calibri"/>
              </a:rPr>
              <a:t> from St pauls College of pharmacy</a:t>
            </a:r>
            <a:endParaRPr lang="en-US" sz="2400" b="1" dirty="0">
              <a:solidFill>
                <a:schemeClr val="dk1"/>
              </a:solidFill>
              <a:latin typeface="Calibri"/>
              <a:ea typeface="Calibri"/>
              <a:cs typeface="Calibri"/>
              <a:sym typeface="Calibri"/>
            </a:endParaRPr>
          </a:p>
          <a:p>
            <a:pPr marL="342900" lvl="2" indent="-342900">
              <a:buClr>
                <a:schemeClr val="dk1"/>
              </a:buClr>
              <a:buSzPts val="2400"/>
              <a:buFont typeface="Arial" panose="020B0604020202020204" pitchFamily="34" charset="0"/>
              <a:buChar char="•"/>
            </a:pPr>
            <a:endParaRPr lang="en-IN" sz="2400" b="1" i="0" u="none" strike="noStrike" cap="none" dirty="0">
              <a:solidFill>
                <a:srgbClr val="FF0000"/>
              </a:solidFill>
              <a:latin typeface="Calibri"/>
              <a:ea typeface="Calibri"/>
              <a:cs typeface="Calibri"/>
              <a:sym typeface="Calibri"/>
            </a:endParaRPr>
          </a:p>
          <a:p>
            <a:pPr marL="342900" lvl="0" indent="-342900">
              <a:buClr>
                <a:schemeClr val="dk1"/>
              </a:buClr>
              <a:buSzPts val="2400"/>
              <a:buFont typeface="Arial" panose="020B0604020202020204" pitchFamily="34" charset="0"/>
              <a:buChar char="•"/>
            </a:pPr>
            <a:r>
              <a:rPr lang="en-IN" sz="2400" b="1" dirty="0">
                <a:latin typeface="Calibri" panose="020F0502020204030204" pitchFamily="34" charset="0"/>
                <a:ea typeface="Calibri" panose="020F0502020204030204" pitchFamily="34" charset="0"/>
                <a:cs typeface="Calibri" panose="020F0502020204030204" pitchFamily="34" charset="0"/>
              </a:rPr>
              <a:t>I joined Data Analysis course to Learn modern tools and techniques for the working data </a:t>
            </a:r>
          </a:p>
          <a:p>
            <a:pPr lvl="0">
              <a:buClr>
                <a:schemeClr val="dk1"/>
              </a:buClr>
              <a:buSzPts val="2400"/>
            </a:pPr>
            <a:r>
              <a:rPr lang="en-IN" sz="2400" b="1" dirty="0">
                <a:latin typeface="Calibri" panose="020F0502020204030204" pitchFamily="34" charset="0"/>
                <a:ea typeface="Calibri" panose="020F0502020204030204" pitchFamily="34" charset="0"/>
                <a:cs typeface="Calibri" panose="020F0502020204030204" pitchFamily="34" charset="0"/>
              </a:rPr>
              <a:t>     and solve real-world problems.</a:t>
            </a:r>
            <a:endParaRPr lang="en-IN" sz="2400" dirty="0">
              <a:latin typeface="Calibri" panose="020F0502020204030204" pitchFamily="34" charset="0"/>
              <a:ea typeface="Calibri" panose="020F0502020204030204" pitchFamily="34" charset="0"/>
              <a:cs typeface="Calibri" panose="020F0502020204030204" pitchFamily="34" charset="0"/>
            </a:endParaRPr>
          </a:p>
          <a:p>
            <a:pPr lvl="0">
              <a:buClr>
                <a:schemeClr val="dk1"/>
              </a:buClr>
              <a:buSzPts val="2400"/>
            </a:pPr>
            <a:endParaRPr lang="en-IN" sz="2400" b="1" i="0" u="none" strike="noStrike" cap="none" dirty="0">
              <a:solidFill>
                <a:srgbClr val="FF0000"/>
              </a:solidFill>
              <a:latin typeface="Calibri" panose="020F0502020204030204" pitchFamily="34" charset="0"/>
              <a:ea typeface="Calibri" panose="020F0502020204030204" pitchFamily="34" charset="0"/>
              <a:cs typeface="Calibri" panose="020F0502020204030204" pitchFamily="34" charset="0"/>
              <a:sym typeface="Calibri"/>
            </a:endParaRPr>
          </a:p>
          <a:p>
            <a:pPr marL="342900" lvl="1" indent="-342900">
              <a:buClr>
                <a:schemeClr val="dk1"/>
              </a:buClr>
              <a:buSzPts val="2400"/>
              <a:buFont typeface="Arial" panose="020B0604020202020204" pitchFamily="34" charset="0"/>
              <a:buChar char="•"/>
            </a:pPr>
            <a:r>
              <a:rPr lang="en-IN" sz="2400" b="1" dirty="0">
                <a:solidFill>
                  <a:schemeClr val="tx1"/>
                </a:solidFill>
                <a:latin typeface="Calibri"/>
                <a:ea typeface="Calibri"/>
                <a:cs typeface="Calibri"/>
                <a:sym typeface="Calibri"/>
              </a:rPr>
              <a:t>So, far I have no </a:t>
            </a:r>
            <a:r>
              <a:rPr lang="en-US" sz="2400" b="1" dirty="0">
                <a:solidFill>
                  <a:schemeClr val="tx1"/>
                </a:solidFill>
                <a:latin typeface="Calibri"/>
                <a:ea typeface="Calibri"/>
                <a:cs typeface="Calibri"/>
                <a:sym typeface="Calibri"/>
              </a:rPr>
              <a:t>experience </a:t>
            </a:r>
          </a:p>
          <a:p>
            <a:pPr lvl="1">
              <a:buClr>
                <a:schemeClr val="dk1"/>
              </a:buClr>
              <a:buSzPts val="2400"/>
            </a:pPr>
            <a:endParaRPr sz="2400" b="1" i="0" u="none" strike="noStrike" cap="none" dirty="0">
              <a:solidFill>
                <a:srgbClr val="FF0000"/>
              </a:solidFill>
              <a:latin typeface="Calibri"/>
              <a:ea typeface="Calibri"/>
              <a:cs typeface="Calibri"/>
              <a:sym typeface="Calibri"/>
            </a:endParaRPr>
          </a:p>
          <a:p>
            <a:pPr marL="285750" lvl="0" indent="-323850">
              <a:buClr>
                <a:schemeClr val="dk1"/>
              </a:buClr>
              <a:buSzPts val="2400"/>
              <a:buFont typeface="Calibri"/>
              <a:buChar char="•"/>
            </a:pPr>
            <a:r>
              <a:rPr lang="en-IN" sz="2400" b="1" dirty="0">
                <a:solidFill>
                  <a:srgbClr val="FF0000"/>
                </a:solidFill>
                <a:latin typeface="Calibri"/>
                <a:ea typeface="Calibri"/>
                <a:cs typeface="Calibri"/>
                <a:sym typeface="Calibri"/>
              </a:rPr>
              <a:t>LinkedIn :</a:t>
            </a:r>
            <a:br>
              <a:rPr lang="en-IN" sz="2400" b="1" dirty="0">
                <a:solidFill>
                  <a:srgbClr val="FF0000"/>
                </a:solidFill>
                <a:latin typeface="Calibri"/>
                <a:ea typeface="Calibri"/>
                <a:cs typeface="Calibri"/>
                <a:sym typeface="Calibri"/>
              </a:rPr>
            </a:br>
            <a:r>
              <a:rPr lang="en-IN" sz="2400" b="1" dirty="0">
                <a:solidFill>
                  <a:srgbClr val="FF0000"/>
                </a:solidFill>
                <a:latin typeface="Calibri"/>
                <a:ea typeface="Calibri"/>
                <a:cs typeface="Calibri"/>
                <a:sym typeface="Calibri"/>
              </a:rPr>
              <a:t>                    </a:t>
            </a:r>
            <a:r>
              <a:rPr lang="en-IN" sz="1800" b="1" u="sng" dirty="0">
                <a:solidFill>
                  <a:srgbClr val="0070C0"/>
                </a:solidFill>
                <a:latin typeface="+mj-lt"/>
                <a:ea typeface="Calibri"/>
                <a:cs typeface="Calibri"/>
                <a:sym typeface="Calibri"/>
              </a:rPr>
              <a:t>linkedin.com/in/urkonda-chandrashekar-033189417</a:t>
            </a:r>
          </a:p>
          <a:p>
            <a:pPr marL="285750" lvl="0" indent="-323850">
              <a:buClr>
                <a:schemeClr val="dk1"/>
              </a:buClr>
              <a:buSzPts val="2400"/>
              <a:buFont typeface="Calibri"/>
              <a:buChar char="•"/>
            </a:pPr>
            <a:endParaRPr lang="en-IN" sz="1800" b="1" u="sng" dirty="0">
              <a:solidFill>
                <a:srgbClr val="0070C0"/>
              </a:solidFill>
              <a:latin typeface="+mj-lt"/>
              <a:ea typeface="Calibri" panose="020F0502020204030204" pitchFamily="34" charset="0"/>
              <a:cs typeface="Calibri" panose="020F0502020204030204" pitchFamily="34" charset="0"/>
            </a:endParaRPr>
          </a:p>
          <a:p>
            <a:pPr marL="285750" lvl="0" indent="-323850">
              <a:buClr>
                <a:schemeClr val="dk1"/>
              </a:buClr>
              <a:buSzPts val="2400"/>
              <a:buFont typeface="Calibri"/>
              <a:buChar char="•"/>
            </a:pPr>
            <a:r>
              <a:rPr lang="en-IN" sz="2400" b="1" dirty="0">
                <a:solidFill>
                  <a:srgbClr val="FF0000"/>
                </a:solidFill>
                <a:latin typeface="Calibri"/>
                <a:ea typeface="Calibri"/>
                <a:cs typeface="Calibri"/>
                <a:sym typeface="Calibri"/>
              </a:rPr>
              <a:t>GitHub</a:t>
            </a:r>
            <a:r>
              <a:rPr lang="en-IN" sz="2400" b="1" i="0" u="none" strike="noStrike" cap="none" dirty="0">
                <a:solidFill>
                  <a:srgbClr val="FF0000"/>
                </a:solidFill>
                <a:latin typeface="Calibri"/>
                <a:ea typeface="Calibri"/>
                <a:cs typeface="Calibri"/>
                <a:sym typeface="Calibri"/>
              </a:rPr>
              <a:t> :  </a:t>
            </a:r>
            <a:endParaRPr lang="en-IN" sz="1800" b="1" i="0" u="none" strike="noStrike" cap="none" dirty="0">
              <a:solidFill>
                <a:srgbClr val="0070C0"/>
              </a:solidFill>
              <a:latin typeface="+mj-lt"/>
              <a:ea typeface="Calibri"/>
              <a:cs typeface="Calibri"/>
              <a:sym typeface="Calibri"/>
            </a:endParaRPr>
          </a:p>
          <a:p>
            <a:pPr>
              <a:buClr>
                <a:schemeClr val="dk1"/>
              </a:buClr>
              <a:buSzPts val="2400"/>
            </a:pPr>
            <a:r>
              <a:rPr lang="en-IN" altLang="en-US" sz="1800" b="1" dirty="0">
                <a:solidFill>
                  <a:srgbClr val="0070C0"/>
                </a:solidFill>
                <a:latin typeface="+mj-lt"/>
                <a:ea typeface="Calibri"/>
                <a:cs typeface="Calibri"/>
                <a:sym typeface="Calibri"/>
              </a:rPr>
              <a:t>                                   </a:t>
            </a:r>
            <a:r>
              <a:rPr lang="en-IN" sz="1800" b="1" u="sng" dirty="0">
                <a:solidFill>
                  <a:srgbClr val="0070C0"/>
                </a:solidFill>
                <a:latin typeface="+mj-lt"/>
              </a:rPr>
              <a:t> https://github.com/chandrashekar2898</a:t>
            </a:r>
          </a:p>
          <a:p>
            <a:pPr lvl="0">
              <a:buClr>
                <a:schemeClr val="dk1"/>
              </a:buClr>
              <a:buSzPts val="2400"/>
            </a:pPr>
            <a:endParaRPr sz="2400" b="1" i="0" u="none" strike="noStrike" cap="none" dirty="0">
              <a:solidFill>
                <a:srgbClr val="FF0000"/>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1000"/>
                                        <p:tgtEl>
                                          <p:spTgt spid="3">
                                            <p:txEl>
                                              <p:pRg st="3" end="3"/>
                                            </p:txEl>
                                          </p:spTgt>
                                        </p:tgtEl>
                                      </p:cBhvr>
                                    </p:animEffect>
                                    <p:anim calcmode="lin" valueType="num">
                                      <p:cBhvr>
                                        <p:cTn id="1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1000"/>
                                        <p:tgtEl>
                                          <p:spTgt spid="3">
                                            <p:txEl>
                                              <p:pRg st="4" end="4"/>
                                            </p:txEl>
                                          </p:spTgt>
                                        </p:tgtEl>
                                      </p:cBhvr>
                                    </p:animEffect>
                                    <p:anim calcmode="lin" valueType="num">
                                      <p:cBhvr>
                                        <p:cTn id="1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4" end="4"/>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1000"/>
                                        <p:tgtEl>
                                          <p:spTgt spid="3">
                                            <p:txEl>
                                              <p:pRg st="6" end="6"/>
                                            </p:txEl>
                                          </p:spTgt>
                                        </p:tgtEl>
                                      </p:cBhvr>
                                    </p:animEffect>
                                    <p:anim calcmode="lin" valueType="num">
                                      <p:cBhvr>
                                        <p:cTn id="23"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6" end="6"/>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animEffect transition="in" filter="fade">
                                      <p:cBhvr>
                                        <p:cTn id="27" dur="1000"/>
                                        <p:tgtEl>
                                          <p:spTgt spid="3">
                                            <p:txEl>
                                              <p:pRg st="8" end="8"/>
                                            </p:txEl>
                                          </p:spTgt>
                                        </p:tgtEl>
                                      </p:cBhvr>
                                    </p:animEffect>
                                    <p:anim calcmode="lin" valueType="num">
                                      <p:cBhvr>
                                        <p:cTn id="28"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8" end="8"/>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3">
                                            <p:txEl>
                                              <p:pRg st="10" end="10"/>
                                            </p:txEl>
                                          </p:spTgt>
                                        </p:tgtEl>
                                        <p:attrNameLst>
                                          <p:attrName>style.visibility</p:attrName>
                                        </p:attrNameLst>
                                      </p:cBhvr>
                                      <p:to>
                                        <p:strVal val="visible"/>
                                      </p:to>
                                    </p:set>
                                    <p:animEffect transition="in" filter="fade">
                                      <p:cBhvr>
                                        <p:cTn id="32" dur="1000"/>
                                        <p:tgtEl>
                                          <p:spTgt spid="3">
                                            <p:txEl>
                                              <p:pRg st="10" end="10"/>
                                            </p:txEl>
                                          </p:spTgt>
                                        </p:tgtEl>
                                      </p:cBhvr>
                                    </p:animEffect>
                                    <p:anim calcmode="lin" valueType="num">
                                      <p:cBhvr>
                                        <p:cTn id="33"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34" dur="1000" fill="hold"/>
                                        <p:tgtEl>
                                          <p:spTgt spid="3">
                                            <p:txEl>
                                              <p:pRg st="10" end="10"/>
                                            </p:txEl>
                                          </p:spTgt>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3">
                                            <p:txEl>
                                              <p:pRg st="11" end="11"/>
                                            </p:txEl>
                                          </p:spTgt>
                                        </p:tgtEl>
                                        <p:attrNameLst>
                                          <p:attrName>style.visibility</p:attrName>
                                        </p:attrNameLst>
                                      </p:cBhvr>
                                      <p:to>
                                        <p:strVal val="visible"/>
                                      </p:to>
                                    </p:set>
                                    <p:animEffect transition="in" filter="fade">
                                      <p:cBhvr>
                                        <p:cTn id="37" dur="1000"/>
                                        <p:tgtEl>
                                          <p:spTgt spid="3">
                                            <p:txEl>
                                              <p:pRg st="11" end="11"/>
                                            </p:txEl>
                                          </p:spTgt>
                                        </p:tgtEl>
                                      </p:cBhvr>
                                    </p:animEffect>
                                    <p:anim calcmode="lin" valueType="num">
                                      <p:cBhvr>
                                        <p:cTn id="38"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39" dur="1000" fill="hold"/>
                                        <p:tgtEl>
                                          <p:spTgt spid="3">
                                            <p:txEl>
                                              <p:pRg st="11" end="1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390525" y="180340"/>
            <a:ext cx="10333355" cy="95885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panose="020F0502020204030204"/>
              <a:buNone/>
            </a:pPr>
            <a:r>
              <a:rPr lang="en-IN" sz="4000" b="1" u="sng" dirty="0">
                <a:solidFill>
                  <a:srgbClr val="FF0000"/>
                </a:solidFill>
                <a:latin typeface="Arial" panose="020B0604020202020204" pitchFamily="34" charset="0"/>
                <a:cs typeface="Arial" panose="020B0604020202020204" pitchFamily="34" charset="0"/>
              </a:rPr>
              <a:t>Agenda</a:t>
            </a:r>
            <a:r>
              <a:rPr lang="en-IN" sz="4000" b="1" dirty="0">
                <a:solidFill>
                  <a:srgbClr val="FF0000"/>
                </a:solidFill>
                <a:latin typeface="Arial" panose="020B0604020202020204" pitchFamily="34" charset="0"/>
                <a:cs typeface="Arial" panose="020B0604020202020204" pitchFamily="34" charset="0"/>
              </a:rPr>
              <a:t> </a:t>
            </a:r>
          </a:p>
        </p:txBody>
      </p:sp>
      <p:sp>
        <p:nvSpPr>
          <p:cNvPr id="111" name="Google Shape;111;p4"/>
          <p:cNvSpPr txBox="1">
            <a:spLocks noGrp="1"/>
          </p:cNvSpPr>
          <p:nvPr>
            <p:ph idx="1"/>
          </p:nvPr>
        </p:nvSpPr>
        <p:spPr>
          <a:xfrm>
            <a:off x="684880" y="1493134"/>
            <a:ext cx="10515600" cy="4777234"/>
          </a:xfrm>
          <a:prstGeom prst="rect">
            <a:avLst/>
          </a:prstGeom>
          <a:noFill/>
          <a:ln>
            <a:noFill/>
          </a:ln>
        </p:spPr>
        <p:txBody>
          <a:bodyPr spcFirstLastPara="1" wrap="square" lIns="91425" tIns="45700" rIns="91425" bIns="45700" anchor="t" anchorCtr="0">
            <a:normAutofit/>
          </a:bodyPr>
          <a:lstStyle/>
          <a:p>
            <a:pPr marL="457200" lvl="0" indent="-431800" algn="l" rtl="0">
              <a:lnSpc>
                <a:spcPct val="90000"/>
              </a:lnSpc>
              <a:spcBef>
                <a:spcPts val="1000"/>
              </a:spcBef>
              <a:spcAft>
                <a:spcPts val="0"/>
              </a:spcAft>
              <a:buSzPts val="2400"/>
              <a:buChar char="•"/>
            </a:pPr>
            <a:r>
              <a:rPr lang="en-IN" sz="2400" b="1"/>
              <a:t>Business Problem</a:t>
            </a:r>
          </a:p>
          <a:p>
            <a:pPr marL="457200" lvl="0" indent="-431800" algn="l" rtl="0">
              <a:lnSpc>
                <a:spcPct val="90000"/>
              </a:lnSpc>
              <a:spcBef>
                <a:spcPts val="1000"/>
              </a:spcBef>
              <a:spcAft>
                <a:spcPts val="0"/>
              </a:spcAft>
              <a:buSzPts val="2400"/>
              <a:buChar char="•"/>
            </a:pPr>
            <a:r>
              <a:rPr lang="en-IN" sz="2400" b="1"/>
              <a:t>Problem Statement</a:t>
            </a:r>
          </a:p>
          <a:p>
            <a:pPr marL="457200" lvl="0" indent="-431800" algn="l" rtl="0">
              <a:lnSpc>
                <a:spcPct val="90000"/>
              </a:lnSpc>
              <a:spcBef>
                <a:spcPts val="1000"/>
              </a:spcBef>
              <a:spcAft>
                <a:spcPts val="0"/>
              </a:spcAft>
              <a:buSzPts val="2400"/>
              <a:buChar char="•"/>
            </a:pPr>
            <a:r>
              <a:rPr lang="en-IN" sz="2400" b="1"/>
              <a:t>Introduction</a:t>
            </a:r>
          </a:p>
          <a:p>
            <a:pPr marL="457200" lvl="0" indent="-431800" algn="l" rtl="0">
              <a:lnSpc>
                <a:spcPct val="90000"/>
              </a:lnSpc>
              <a:spcBef>
                <a:spcPts val="1000"/>
              </a:spcBef>
              <a:spcAft>
                <a:spcPts val="0"/>
              </a:spcAft>
              <a:buSzPts val="2400"/>
              <a:buChar char="•"/>
            </a:pPr>
            <a:r>
              <a:rPr lang="en-IN" sz="2400" b="1"/>
              <a:t>ER Diagram and Schema Explaination</a:t>
            </a:r>
          </a:p>
          <a:p>
            <a:pPr marL="457200" lvl="0" indent="-431800" algn="l" rtl="0">
              <a:lnSpc>
                <a:spcPct val="90000"/>
              </a:lnSpc>
              <a:spcBef>
                <a:spcPts val="1000"/>
              </a:spcBef>
              <a:spcAft>
                <a:spcPts val="0"/>
              </a:spcAft>
              <a:buSzPts val="2400"/>
              <a:buChar char="•"/>
            </a:pPr>
            <a:r>
              <a:rPr lang="en-IN" sz="2400" b="1"/>
              <a:t>SQL Queries Results</a:t>
            </a:r>
          </a:p>
          <a:p>
            <a:pPr marL="457200" lvl="0" indent="-431800" algn="l" rtl="0">
              <a:lnSpc>
                <a:spcPct val="90000"/>
              </a:lnSpc>
              <a:spcBef>
                <a:spcPts val="1000"/>
              </a:spcBef>
              <a:spcAft>
                <a:spcPts val="0"/>
              </a:spcAft>
              <a:buSzPts val="2400"/>
              <a:buChar char="•"/>
            </a:pPr>
            <a:r>
              <a:rPr lang="en-IN" sz="2400" b="1"/>
              <a:t>Business Key Insights</a:t>
            </a:r>
          </a:p>
          <a:p>
            <a:pPr marL="457200" lvl="0" indent="-431800" algn="l" rtl="0">
              <a:lnSpc>
                <a:spcPct val="90000"/>
              </a:lnSpc>
              <a:spcBef>
                <a:spcPts val="1000"/>
              </a:spcBef>
              <a:spcAft>
                <a:spcPts val="0"/>
              </a:spcAft>
              <a:buSzPts val="2400"/>
              <a:buChar char="•"/>
            </a:pPr>
            <a:r>
              <a:rPr lang="en-IN" sz="2400" b="1"/>
              <a:t>Conclusion</a:t>
            </a:r>
          </a:p>
          <a:p>
            <a:pPr marL="457200" lvl="0" indent="-431800" algn="l" rtl="0">
              <a:lnSpc>
                <a:spcPct val="90000"/>
              </a:lnSpc>
              <a:spcBef>
                <a:spcPts val="1000"/>
              </a:spcBef>
              <a:spcAft>
                <a:spcPts val="0"/>
              </a:spcAft>
              <a:buSzPts val="2400"/>
              <a:buChar char="•"/>
            </a:pPr>
            <a:r>
              <a:rPr lang="en-IN" sz="2400" b="1"/>
              <a:t>Recommendations</a:t>
            </a:r>
          </a:p>
          <a:p>
            <a:pPr marL="457200" lvl="0" indent="-431800" algn="l" rtl="0">
              <a:lnSpc>
                <a:spcPct val="90000"/>
              </a:lnSpc>
              <a:spcBef>
                <a:spcPts val="1000"/>
              </a:spcBef>
              <a:spcAft>
                <a:spcPts val="0"/>
              </a:spcAft>
              <a:buSzPts val="2400"/>
              <a:buChar char="•"/>
            </a:pPr>
            <a:r>
              <a:rPr lang="en-IN" sz="2400" b="1"/>
              <a:t>Q &amp; 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52195" y="577215"/>
            <a:ext cx="10301605" cy="746125"/>
          </a:xfrm>
        </p:spPr>
        <p:txBody>
          <a:bodyPr>
            <a:normAutofit/>
          </a:bodyPr>
          <a:lstStyle/>
          <a:p>
            <a:r>
              <a:rPr lang="en-IN" altLang="en-US" sz="4000" b="1" u="sng" dirty="0">
                <a:solidFill>
                  <a:srgbClr val="FF0000"/>
                </a:solidFill>
                <a:latin typeface="Arial" panose="020B0604020202020204" pitchFamily="34" charset="0"/>
                <a:cs typeface="Arial" panose="020B0604020202020204" pitchFamily="34" charset="0"/>
              </a:rPr>
              <a:t>Business Problem</a:t>
            </a:r>
          </a:p>
        </p:txBody>
      </p:sp>
      <p:sp>
        <p:nvSpPr>
          <p:cNvPr id="3" name="Text Placeholder 2"/>
          <p:cNvSpPr>
            <a:spLocks noGrp="1"/>
          </p:cNvSpPr>
          <p:nvPr>
            <p:ph idx="1"/>
          </p:nvPr>
        </p:nvSpPr>
        <p:spPr>
          <a:xfrm>
            <a:off x="838200" y="1678305"/>
            <a:ext cx="10515600" cy="3110005"/>
          </a:xfrm>
        </p:spPr>
        <p:txBody>
          <a:bodyPr/>
          <a:lstStyle/>
          <a:p>
            <a:pPr algn="just">
              <a:lnSpc>
                <a:spcPct val="150000"/>
              </a:lnSpc>
            </a:pPr>
            <a:r>
              <a:rPr lang="en-IN" sz="2400" dirty="0">
                <a:latin typeface="Times New Roman" panose="02020603050405020304" pitchFamily="18" charset="0"/>
                <a:cs typeface="Times New Roman" panose="02020603050405020304" pitchFamily="18" charset="0"/>
              </a:rPr>
              <a:t>Organizations often face challenges in managing employee records, payroll, qualifications, and leave data across multiple systems. This makes it difficult to generate accurate reports and gain insights for effective workforce management and decision-making</a:t>
            </a:r>
            <a:r>
              <a:rPr lang="en-IN" sz="2400" dirty="0"/>
              <a:t>.</a:t>
            </a:r>
            <a:endParaRPr lang="en-US" altLang="en-US" sz="2400" dirty="0">
              <a:latin typeface="Calibri" panose="020F0502020204030204" charset="0"/>
              <a:cs typeface="Calibri" panose="020F05020202040302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34415" y="365125"/>
            <a:ext cx="10319385" cy="965200"/>
          </a:xfrm>
        </p:spPr>
        <p:txBody>
          <a:bodyPr/>
          <a:lstStyle/>
          <a:p>
            <a:r>
              <a:rPr lang="en-IN" altLang="en-US" sz="4000" b="1" u="sng" dirty="0">
                <a:solidFill>
                  <a:srgbClr val="FF0000"/>
                </a:solidFill>
                <a:latin typeface="Arial" panose="020B0604020202020204" pitchFamily="34" charset="0"/>
                <a:cs typeface="Arial" panose="020B0604020202020204" pitchFamily="34" charset="0"/>
              </a:rPr>
              <a:t>Problem Statement</a:t>
            </a:r>
          </a:p>
        </p:txBody>
      </p:sp>
      <p:sp>
        <p:nvSpPr>
          <p:cNvPr id="3" name="Text Placeholder 2"/>
          <p:cNvSpPr>
            <a:spLocks noGrp="1"/>
          </p:cNvSpPr>
          <p:nvPr>
            <p:ph idx="1"/>
          </p:nvPr>
        </p:nvSpPr>
        <p:spPr>
          <a:xfrm>
            <a:off x="705338" y="1396853"/>
            <a:ext cx="10515600" cy="4444365"/>
          </a:xfrm>
        </p:spPr>
        <p:txBody>
          <a:bodyPr/>
          <a:lstStyle/>
          <a:p>
            <a:pPr algn="just">
              <a:lnSpc>
                <a:spcPct val="150000"/>
              </a:lnSpc>
            </a:pPr>
            <a:r>
              <a:rPr lang="en-IN" sz="2400" dirty="0">
                <a:latin typeface="Times New Roman" panose="02020603050405020304" pitchFamily="18" charset="0"/>
                <a:cs typeface="Times New Roman" panose="02020603050405020304" pitchFamily="18" charset="0"/>
              </a:rPr>
              <a:t>Develop a SQL-based Employee Management System that centralizes employee, department, payroll, qualification, and leave information. The system enables efficient data management and provides valuable insights to support HR operations and business decisions</a:t>
            </a:r>
            <a:r>
              <a:rPr lang="en-IN" sz="2400" dirty="0"/>
              <a:t>.</a:t>
            </a:r>
          </a:p>
          <a:p>
            <a:pPr marL="114300" indent="0" algn="just">
              <a:lnSpc>
                <a:spcPct val="150000"/>
              </a:lnSpc>
              <a:buNone/>
            </a:pPr>
            <a:endParaRPr lang="en-US" altLang="en-US" sz="2400" dirty="0">
              <a:latin typeface="Arial" panose="020B0604020202020204" pitchFamily="34" charset="0"/>
              <a:cs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6475" y="365125"/>
            <a:ext cx="10347325" cy="587375"/>
          </a:xfrm>
        </p:spPr>
        <p:txBody>
          <a:bodyPr>
            <a:normAutofit fontScale="90000"/>
          </a:bodyPr>
          <a:lstStyle/>
          <a:p>
            <a:r>
              <a:rPr lang="en-IN" altLang="en-US" sz="4445" b="1" u="sng" dirty="0">
                <a:solidFill>
                  <a:srgbClr val="FF0000"/>
                </a:solidFill>
                <a:latin typeface="Arial" panose="020B0604020202020204" pitchFamily="34" charset="0"/>
                <a:cs typeface="Arial" panose="020B0604020202020204" pitchFamily="34" charset="0"/>
              </a:rPr>
              <a:t>Introduction</a:t>
            </a:r>
          </a:p>
        </p:txBody>
      </p:sp>
      <p:sp>
        <p:nvSpPr>
          <p:cNvPr id="3" name="Text Placeholder 2"/>
          <p:cNvSpPr>
            <a:spLocks noGrp="1"/>
          </p:cNvSpPr>
          <p:nvPr>
            <p:ph idx="1"/>
          </p:nvPr>
        </p:nvSpPr>
        <p:spPr>
          <a:xfrm>
            <a:off x="572729" y="1208139"/>
            <a:ext cx="10515600" cy="5057531"/>
          </a:xfrm>
        </p:spPr>
        <p:txBody>
          <a:bodyPr>
            <a:noAutofit/>
          </a:bodyPr>
          <a:lstStyle/>
          <a:p>
            <a:r>
              <a:rPr lang="en-IN" sz="2000" dirty="0">
                <a:latin typeface="Times New Roman" panose="02020603050405020304" pitchFamily="18" charset="0"/>
                <a:cs typeface="Times New Roman" panose="02020603050405020304" pitchFamily="18" charset="0"/>
              </a:rPr>
              <a:t>The Developed a SQL-based Employee Management System to manage organizational data efficiently. </a:t>
            </a:r>
          </a:p>
          <a:p>
            <a:r>
              <a:rPr lang="en-IN" sz="2000" dirty="0">
                <a:latin typeface="Times New Roman" panose="02020603050405020304" pitchFamily="18" charset="0"/>
                <a:cs typeface="Times New Roman" panose="02020603050405020304" pitchFamily="18" charset="0"/>
              </a:rPr>
              <a:t>Integrated employee, department, payroll, qualification, and leave information into a centralized database. </a:t>
            </a:r>
          </a:p>
          <a:p>
            <a:r>
              <a:rPr lang="en-IN" sz="2000" dirty="0">
                <a:latin typeface="Times New Roman" panose="02020603050405020304" pitchFamily="18" charset="0"/>
                <a:cs typeface="Times New Roman" panose="02020603050405020304" pitchFamily="18" charset="0"/>
              </a:rPr>
              <a:t>Designed a relational database using primary keys and foreign key relationships. </a:t>
            </a:r>
          </a:p>
          <a:p>
            <a:r>
              <a:rPr lang="en-IN" sz="2000" dirty="0">
                <a:latin typeface="Times New Roman" panose="02020603050405020304" pitchFamily="18" charset="0"/>
                <a:cs typeface="Times New Roman" panose="02020603050405020304" pitchFamily="18" charset="0"/>
              </a:rPr>
              <a:t>Implemented SQL queries to retrieve, analyze, and generate business insights from employee data. </a:t>
            </a:r>
          </a:p>
          <a:p>
            <a:r>
              <a:rPr lang="en-IN" sz="2000" dirty="0">
                <a:latin typeface="Times New Roman" panose="02020603050405020304" pitchFamily="18" charset="0"/>
                <a:cs typeface="Times New Roman" panose="02020603050405020304" pitchFamily="18" charset="0"/>
              </a:rPr>
              <a:t>Performed payroll, salary, qualification, and leave analysis to support HR decision-making. </a:t>
            </a:r>
          </a:p>
          <a:p>
            <a:r>
              <a:rPr lang="en-IN" sz="2000" dirty="0">
                <a:latin typeface="Times New Roman" panose="02020603050405020304" pitchFamily="18" charset="0"/>
                <a:cs typeface="Times New Roman" panose="02020603050405020304" pitchFamily="18" charset="0"/>
              </a:rPr>
              <a:t>Applied SQL concepts such as JOINs, Aggregate Functions, GROUP BY, ORDER BY, and Constraints. </a:t>
            </a:r>
          </a:p>
          <a:p>
            <a:r>
              <a:rPr lang="en-IN" sz="2000" dirty="0">
                <a:latin typeface="Times New Roman" panose="02020603050405020304" pitchFamily="18" charset="0"/>
                <a:cs typeface="Times New Roman" panose="02020603050405020304" pitchFamily="18" charset="0"/>
              </a:rPr>
              <a:t>Improved data organization, consistency, and reporting capabilities within the system. </a:t>
            </a:r>
          </a:p>
          <a:p>
            <a:r>
              <a:rPr lang="en-IN" sz="2000" dirty="0">
                <a:latin typeface="Times New Roman" panose="02020603050405020304" pitchFamily="18" charset="0"/>
                <a:cs typeface="Times New Roman" panose="02020603050405020304" pitchFamily="18" charset="0"/>
              </a:rPr>
              <a:t>Enabled data-driven workforce management through analytical queries and reports. .</a:t>
            </a:r>
            <a:endParaRPr lang="en-US" alt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28140" y="365125"/>
            <a:ext cx="9725660" cy="678180"/>
          </a:xfrm>
        </p:spPr>
        <p:txBody>
          <a:bodyPr>
            <a:normAutofit fontScale="90000"/>
          </a:bodyPr>
          <a:lstStyle/>
          <a:p>
            <a:r>
              <a:rPr lang="en-IN" b="1" u="sng" dirty="0">
                <a:solidFill>
                  <a:srgbClr val="FF0000"/>
                </a:solidFill>
                <a:latin typeface="Arial" panose="020B0604020202020204" pitchFamily="34" charset="0"/>
                <a:cs typeface="Arial" panose="020B0604020202020204" pitchFamily="34" charset="0"/>
                <a:sym typeface="+mn-ea"/>
              </a:rPr>
              <a:t>ER Diagram and Schema </a:t>
            </a:r>
            <a:r>
              <a:rPr lang="en-IN" b="1" u="sng" dirty="0" err="1">
                <a:solidFill>
                  <a:srgbClr val="FF0000"/>
                </a:solidFill>
                <a:latin typeface="Arial" panose="020B0604020202020204" pitchFamily="34" charset="0"/>
                <a:cs typeface="Arial" panose="020B0604020202020204" pitchFamily="34" charset="0"/>
                <a:sym typeface="+mn-ea"/>
              </a:rPr>
              <a:t>Explaination</a:t>
            </a:r>
            <a:endParaRPr lang="en-US" u="sng" dirty="0">
              <a:latin typeface="Arial" panose="020B0604020202020204" pitchFamily="34" charset="0"/>
              <a:cs typeface="Arial" panose="020B0604020202020204" pitchFamily="34" charset="0"/>
            </a:endParaRPr>
          </a:p>
        </p:txBody>
      </p:sp>
      <p:graphicFrame>
        <p:nvGraphicFramePr>
          <p:cNvPr id="8" name="Table 7">
            <a:extLst>
              <a:ext uri="{FF2B5EF4-FFF2-40B4-BE49-F238E27FC236}">
                <a16:creationId xmlns:a16="http://schemas.microsoft.com/office/drawing/2014/main" id="{2205B602-78BF-52E9-625D-9AF171D5ACA1}"/>
              </a:ext>
            </a:extLst>
          </p:cNvPr>
          <p:cNvGraphicFramePr>
            <a:graphicFrameLocks noGrp="1"/>
          </p:cNvGraphicFramePr>
          <p:nvPr>
            <p:extLst>
              <p:ext uri="{D42A27DB-BD31-4B8C-83A1-F6EECF244321}">
                <p14:modId xmlns:p14="http://schemas.microsoft.com/office/powerpoint/2010/main" val="1993362538"/>
              </p:ext>
            </p:extLst>
          </p:nvPr>
        </p:nvGraphicFramePr>
        <p:xfrm>
          <a:off x="7098890" y="1263987"/>
          <a:ext cx="5222904" cy="5303655"/>
        </p:xfrm>
        <a:graphic>
          <a:graphicData uri="http://schemas.openxmlformats.org/drawingml/2006/table">
            <a:tbl>
              <a:tblPr/>
              <a:tblGrid>
                <a:gridCol w="1740968">
                  <a:extLst>
                    <a:ext uri="{9D8B030D-6E8A-4147-A177-3AD203B41FA5}">
                      <a16:colId xmlns:a16="http://schemas.microsoft.com/office/drawing/2014/main" val="2438390896"/>
                    </a:ext>
                  </a:extLst>
                </a:gridCol>
                <a:gridCol w="1740968">
                  <a:extLst>
                    <a:ext uri="{9D8B030D-6E8A-4147-A177-3AD203B41FA5}">
                      <a16:colId xmlns:a16="http://schemas.microsoft.com/office/drawing/2014/main" val="352709927"/>
                    </a:ext>
                  </a:extLst>
                </a:gridCol>
                <a:gridCol w="1740968">
                  <a:extLst>
                    <a:ext uri="{9D8B030D-6E8A-4147-A177-3AD203B41FA5}">
                      <a16:colId xmlns:a16="http://schemas.microsoft.com/office/drawing/2014/main" val="2977378948"/>
                    </a:ext>
                  </a:extLst>
                </a:gridCol>
              </a:tblGrid>
              <a:tr h="589295">
                <a:tc>
                  <a:txBody>
                    <a:bodyPr/>
                    <a:lstStyle/>
                    <a:p>
                      <a:pPr>
                        <a:buNone/>
                      </a:pPr>
                      <a:r>
                        <a:rPr lang="en-IN" dirty="0"/>
                        <a:t>Parent Table</a:t>
                      </a:r>
                    </a:p>
                  </a:txBody>
                  <a:tcPr anchor="ctr">
                    <a:lnL>
                      <a:noFill/>
                    </a:lnL>
                    <a:lnR>
                      <a:noFill/>
                    </a:lnR>
                    <a:lnT>
                      <a:noFill/>
                    </a:lnT>
                    <a:lnB>
                      <a:noFill/>
                    </a:lnB>
                    <a:noFill/>
                  </a:tcPr>
                </a:tc>
                <a:tc>
                  <a:txBody>
                    <a:bodyPr/>
                    <a:lstStyle/>
                    <a:p>
                      <a:pPr>
                        <a:buNone/>
                      </a:pPr>
                      <a:r>
                        <a:rPr lang="en-IN"/>
                        <a:t>Child Table</a:t>
                      </a:r>
                    </a:p>
                  </a:txBody>
                  <a:tcPr anchor="ctr">
                    <a:lnL>
                      <a:noFill/>
                    </a:lnL>
                    <a:lnR>
                      <a:noFill/>
                    </a:lnR>
                    <a:lnT>
                      <a:noFill/>
                    </a:lnT>
                    <a:lnB>
                      <a:noFill/>
                    </a:lnB>
                    <a:noFill/>
                  </a:tcPr>
                </a:tc>
                <a:tc>
                  <a:txBody>
                    <a:bodyPr/>
                    <a:lstStyle/>
                    <a:p>
                      <a:pPr>
                        <a:buNone/>
                      </a:pPr>
                      <a:r>
                        <a:rPr lang="en-IN"/>
                        <a:t>Cardinality</a:t>
                      </a:r>
                    </a:p>
                  </a:txBody>
                  <a:tcPr anchor="ctr">
                    <a:lnL>
                      <a:noFill/>
                    </a:lnL>
                    <a:lnR>
                      <a:noFill/>
                    </a:lnR>
                    <a:lnT>
                      <a:noFill/>
                    </a:lnT>
                    <a:lnB>
                      <a:noFill/>
                    </a:lnB>
                    <a:noFill/>
                  </a:tcPr>
                </a:tc>
                <a:extLst>
                  <a:ext uri="{0D108BD9-81ED-4DB2-BD59-A6C34878D82A}">
                    <a16:rowId xmlns:a16="http://schemas.microsoft.com/office/drawing/2014/main" val="2157794737"/>
                  </a:ext>
                </a:extLst>
              </a:tr>
              <a:tr h="589295">
                <a:tc>
                  <a:txBody>
                    <a:bodyPr/>
                    <a:lstStyle/>
                    <a:p>
                      <a:pPr>
                        <a:buNone/>
                      </a:pPr>
                      <a:r>
                        <a:rPr lang="en-IN" dirty="0"/>
                        <a:t>JobDepartment</a:t>
                      </a:r>
                    </a:p>
                  </a:txBody>
                  <a:tcPr anchor="ctr">
                    <a:lnL>
                      <a:noFill/>
                    </a:lnL>
                    <a:lnR>
                      <a:noFill/>
                    </a:lnR>
                    <a:lnT>
                      <a:noFill/>
                    </a:lnT>
                    <a:lnB>
                      <a:noFill/>
                    </a:lnB>
                    <a:noFill/>
                  </a:tcPr>
                </a:tc>
                <a:tc>
                  <a:txBody>
                    <a:bodyPr/>
                    <a:lstStyle/>
                    <a:p>
                      <a:pPr>
                        <a:buNone/>
                      </a:pPr>
                      <a:r>
                        <a:rPr lang="en-IN" dirty="0"/>
                        <a:t>Employee</a:t>
                      </a:r>
                    </a:p>
                  </a:txBody>
                  <a:tcPr anchor="ctr">
                    <a:lnL>
                      <a:noFill/>
                    </a:lnL>
                    <a:lnR>
                      <a:noFill/>
                    </a:lnR>
                    <a:lnT>
                      <a:noFill/>
                    </a:lnT>
                    <a:lnB>
                      <a:noFill/>
                    </a:lnB>
                    <a:noFill/>
                  </a:tcPr>
                </a:tc>
                <a:tc>
                  <a:txBody>
                    <a:bodyPr/>
                    <a:lstStyle/>
                    <a:p>
                      <a:pPr>
                        <a:buNone/>
                      </a:pPr>
                      <a:r>
                        <a:rPr lang="en-IN" sz="1600" b="1" dirty="0">
                          <a:latin typeface="+mj-lt"/>
                          <a:cs typeface="Arial" panose="020B0604020202020204" pitchFamily="34" charset="0"/>
                        </a:rPr>
                        <a:t>1 : Many (1:N</a:t>
                      </a:r>
                      <a:r>
                        <a:rPr lang="en-IN" sz="1400" dirty="0">
                          <a:latin typeface="+mj-lt"/>
                        </a:rPr>
                        <a:t>)</a:t>
                      </a:r>
                    </a:p>
                  </a:txBody>
                  <a:tcPr anchor="ctr">
                    <a:lnL>
                      <a:noFill/>
                    </a:lnL>
                    <a:lnR>
                      <a:noFill/>
                    </a:lnR>
                    <a:lnT>
                      <a:noFill/>
                    </a:lnT>
                    <a:lnB>
                      <a:noFill/>
                    </a:lnB>
                    <a:noFill/>
                  </a:tcPr>
                </a:tc>
                <a:extLst>
                  <a:ext uri="{0D108BD9-81ED-4DB2-BD59-A6C34878D82A}">
                    <a16:rowId xmlns:a16="http://schemas.microsoft.com/office/drawing/2014/main" val="630694084"/>
                  </a:ext>
                </a:extLst>
              </a:tr>
              <a:tr h="589295">
                <a:tc>
                  <a:txBody>
                    <a:bodyPr/>
                    <a:lstStyle/>
                    <a:p>
                      <a:pPr>
                        <a:buNone/>
                      </a:pPr>
                      <a:r>
                        <a:rPr lang="en-IN"/>
                        <a:t>Employee</a:t>
                      </a:r>
                    </a:p>
                  </a:txBody>
                  <a:tcPr anchor="ctr">
                    <a:lnL>
                      <a:noFill/>
                    </a:lnL>
                    <a:lnR>
                      <a:noFill/>
                    </a:lnR>
                    <a:lnT>
                      <a:noFill/>
                    </a:lnT>
                    <a:lnB>
                      <a:noFill/>
                    </a:lnB>
                    <a:noFill/>
                  </a:tcPr>
                </a:tc>
                <a:tc>
                  <a:txBody>
                    <a:bodyPr/>
                    <a:lstStyle/>
                    <a:p>
                      <a:pPr>
                        <a:buNone/>
                      </a:pPr>
                      <a:r>
                        <a:rPr lang="en-IN" dirty="0"/>
                        <a:t>Qualification</a:t>
                      </a:r>
                    </a:p>
                  </a:txBody>
                  <a:tcPr anchor="ctr">
                    <a:lnL>
                      <a:noFill/>
                    </a:lnL>
                    <a:lnR>
                      <a:noFill/>
                    </a:lnR>
                    <a:lnT>
                      <a:noFill/>
                    </a:lnT>
                    <a:lnB>
                      <a:noFill/>
                    </a:lnB>
                    <a:noFill/>
                  </a:tcPr>
                </a:tc>
                <a:tc>
                  <a:txBody>
                    <a:bodyPr/>
                    <a:lstStyle/>
                    <a:p>
                      <a:pPr>
                        <a:buNone/>
                      </a:pPr>
                      <a:r>
                        <a:rPr lang="en-IN" sz="1600" b="1" dirty="0"/>
                        <a:t>1 : Many (1:N)</a:t>
                      </a:r>
                    </a:p>
                  </a:txBody>
                  <a:tcPr anchor="ctr">
                    <a:lnL>
                      <a:noFill/>
                    </a:lnL>
                    <a:lnR>
                      <a:noFill/>
                    </a:lnR>
                    <a:lnT>
                      <a:noFill/>
                    </a:lnT>
                    <a:lnB>
                      <a:noFill/>
                    </a:lnB>
                    <a:noFill/>
                  </a:tcPr>
                </a:tc>
                <a:extLst>
                  <a:ext uri="{0D108BD9-81ED-4DB2-BD59-A6C34878D82A}">
                    <a16:rowId xmlns:a16="http://schemas.microsoft.com/office/drawing/2014/main" val="2308247034"/>
                  </a:ext>
                </a:extLst>
              </a:tr>
              <a:tr h="589295">
                <a:tc>
                  <a:txBody>
                    <a:bodyPr/>
                    <a:lstStyle/>
                    <a:p>
                      <a:pPr>
                        <a:buNone/>
                      </a:pPr>
                      <a:r>
                        <a:rPr lang="en-IN"/>
                        <a:t>Employee</a:t>
                      </a:r>
                    </a:p>
                  </a:txBody>
                  <a:tcPr anchor="ctr">
                    <a:lnL>
                      <a:noFill/>
                    </a:lnL>
                    <a:lnR>
                      <a:noFill/>
                    </a:lnR>
                    <a:lnT>
                      <a:noFill/>
                    </a:lnT>
                    <a:lnB>
                      <a:noFill/>
                    </a:lnB>
                    <a:noFill/>
                  </a:tcPr>
                </a:tc>
                <a:tc>
                  <a:txBody>
                    <a:bodyPr/>
                    <a:lstStyle/>
                    <a:p>
                      <a:pPr>
                        <a:buNone/>
                      </a:pPr>
                      <a:r>
                        <a:rPr lang="en-IN"/>
                        <a:t>Leave</a:t>
                      </a:r>
                    </a:p>
                  </a:txBody>
                  <a:tcPr anchor="ctr">
                    <a:lnL>
                      <a:noFill/>
                    </a:lnL>
                    <a:lnR>
                      <a:noFill/>
                    </a:lnR>
                    <a:lnT>
                      <a:noFill/>
                    </a:lnT>
                    <a:lnB>
                      <a:noFill/>
                    </a:lnB>
                    <a:noFill/>
                  </a:tcPr>
                </a:tc>
                <a:tc>
                  <a:txBody>
                    <a:bodyPr/>
                    <a:lstStyle/>
                    <a:p>
                      <a:pPr>
                        <a:buNone/>
                      </a:pPr>
                      <a:r>
                        <a:rPr lang="en-IN" sz="1600" b="1" dirty="0"/>
                        <a:t>1 : Many (1:N)</a:t>
                      </a:r>
                    </a:p>
                  </a:txBody>
                  <a:tcPr anchor="ctr">
                    <a:lnL>
                      <a:noFill/>
                    </a:lnL>
                    <a:lnR>
                      <a:noFill/>
                    </a:lnR>
                    <a:lnT>
                      <a:noFill/>
                    </a:lnT>
                    <a:lnB>
                      <a:noFill/>
                    </a:lnB>
                    <a:noFill/>
                  </a:tcPr>
                </a:tc>
                <a:extLst>
                  <a:ext uri="{0D108BD9-81ED-4DB2-BD59-A6C34878D82A}">
                    <a16:rowId xmlns:a16="http://schemas.microsoft.com/office/drawing/2014/main" val="1893284857"/>
                  </a:ext>
                </a:extLst>
              </a:tr>
              <a:tr h="589295">
                <a:tc>
                  <a:txBody>
                    <a:bodyPr/>
                    <a:lstStyle/>
                    <a:p>
                      <a:pPr>
                        <a:buNone/>
                      </a:pPr>
                      <a:r>
                        <a:rPr lang="en-IN" dirty="0"/>
                        <a:t>JobDepartment</a:t>
                      </a:r>
                    </a:p>
                  </a:txBody>
                  <a:tcPr anchor="ctr">
                    <a:lnL>
                      <a:noFill/>
                    </a:lnL>
                    <a:lnR>
                      <a:noFill/>
                    </a:lnR>
                    <a:lnT>
                      <a:noFill/>
                    </a:lnT>
                    <a:lnB>
                      <a:noFill/>
                    </a:lnB>
                    <a:noFill/>
                  </a:tcPr>
                </a:tc>
                <a:tc>
                  <a:txBody>
                    <a:bodyPr/>
                    <a:lstStyle/>
                    <a:p>
                      <a:pPr>
                        <a:buNone/>
                      </a:pPr>
                      <a:r>
                        <a:rPr lang="en-IN" dirty="0"/>
                        <a:t>SalaryBonus</a:t>
                      </a:r>
                    </a:p>
                  </a:txBody>
                  <a:tcPr anchor="ctr">
                    <a:lnL>
                      <a:noFill/>
                    </a:lnL>
                    <a:lnR>
                      <a:noFill/>
                    </a:lnR>
                    <a:lnT>
                      <a:noFill/>
                    </a:lnT>
                    <a:lnB>
                      <a:noFill/>
                    </a:lnB>
                    <a:noFill/>
                  </a:tcPr>
                </a:tc>
                <a:tc>
                  <a:txBody>
                    <a:bodyPr/>
                    <a:lstStyle/>
                    <a:p>
                      <a:pPr>
                        <a:buNone/>
                      </a:pPr>
                      <a:r>
                        <a:rPr lang="en-IN" sz="1600" b="1" dirty="0"/>
                        <a:t>1 : Many (1:N)</a:t>
                      </a:r>
                    </a:p>
                  </a:txBody>
                  <a:tcPr anchor="ctr">
                    <a:lnL>
                      <a:noFill/>
                    </a:lnL>
                    <a:lnR>
                      <a:noFill/>
                    </a:lnR>
                    <a:lnT>
                      <a:noFill/>
                    </a:lnT>
                    <a:lnB>
                      <a:noFill/>
                    </a:lnB>
                    <a:noFill/>
                  </a:tcPr>
                </a:tc>
                <a:extLst>
                  <a:ext uri="{0D108BD9-81ED-4DB2-BD59-A6C34878D82A}">
                    <a16:rowId xmlns:a16="http://schemas.microsoft.com/office/drawing/2014/main" val="3770217253"/>
                  </a:ext>
                </a:extLst>
              </a:tr>
              <a:tr h="589295">
                <a:tc>
                  <a:txBody>
                    <a:bodyPr/>
                    <a:lstStyle/>
                    <a:p>
                      <a:pPr>
                        <a:buNone/>
                      </a:pPr>
                      <a:r>
                        <a:rPr lang="en-IN"/>
                        <a:t>Employee</a:t>
                      </a:r>
                    </a:p>
                  </a:txBody>
                  <a:tcPr anchor="ctr">
                    <a:lnL>
                      <a:noFill/>
                    </a:lnL>
                    <a:lnR>
                      <a:noFill/>
                    </a:lnR>
                    <a:lnT>
                      <a:noFill/>
                    </a:lnT>
                    <a:lnB>
                      <a:noFill/>
                    </a:lnB>
                    <a:noFill/>
                  </a:tcPr>
                </a:tc>
                <a:tc>
                  <a:txBody>
                    <a:bodyPr/>
                    <a:lstStyle/>
                    <a:p>
                      <a:pPr>
                        <a:buNone/>
                      </a:pPr>
                      <a:r>
                        <a:rPr lang="en-IN"/>
                        <a:t>Payroll</a:t>
                      </a:r>
                    </a:p>
                  </a:txBody>
                  <a:tcPr anchor="ctr">
                    <a:lnL>
                      <a:noFill/>
                    </a:lnL>
                    <a:lnR>
                      <a:noFill/>
                    </a:lnR>
                    <a:lnT>
                      <a:noFill/>
                    </a:lnT>
                    <a:lnB>
                      <a:noFill/>
                    </a:lnB>
                    <a:noFill/>
                  </a:tcPr>
                </a:tc>
                <a:tc>
                  <a:txBody>
                    <a:bodyPr/>
                    <a:lstStyle/>
                    <a:p>
                      <a:pPr>
                        <a:buNone/>
                      </a:pPr>
                      <a:r>
                        <a:rPr lang="en-IN" sz="1600" b="1" dirty="0"/>
                        <a:t>1 : Many (1:N)</a:t>
                      </a:r>
                    </a:p>
                  </a:txBody>
                  <a:tcPr anchor="ctr">
                    <a:lnL>
                      <a:noFill/>
                    </a:lnL>
                    <a:lnR>
                      <a:noFill/>
                    </a:lnR>
                    <a:lnT>
                      <a:noFill/>
                    </a:lnT>
                    <a:lnB>
                      <a:noFill/>
                    </a:lnB>
                    <a:noFill/>
                  </a:tcPr>
                </a:tc>
                <a:extLst>
                  <a:ext uri="{0D108BD9-81ED-4DB2-BD59-A6C34878D82A}">
                    <a16:rowId xmlns:a16="http://schemas.microsoft.com/office/drawing/2014/main" val="1439855478"/>
                  </a:ext>
                </a:extLst>
              </a:tr>
              <a:tr h="589295">
                <a:tc>
                  <a:txBody>
                    <a:bodyPr/>
                    <a:lstStyle/>
                    <a:p>
                      <a:pPr>
                        <a:buNone/>
                      </a:pPr>
                      <a:r>
                        <a:rPr lang="en-IN" dirty="0"/>
                        <a:t>JobDepartment</a:t>
                      </a:r>
                    </a:p>
                  </a:txBody>
                  <a:tcPr anchor="ctr">
                    <a:lnL>
                      <a:noFill/>
                    </a:lnL>
                    <a:lnR>
                      <a:noFill/>
                    </a:lnR>
                    <a:lnT>
                      <a:noFill/>
                    </a:lnT>
                    <a:lnB>
                      <a:noFill/>
                    </a:lnB>
                    <a:noFill/>
                  </a:tcPr>
                </a:tc>
                <a:tc>
                  <a:txBody>
                    <a:bodyPr/>
                    <a:lstStyle/>
                    <a:p>
                      <a:pPr>
                        <a:buNone/>
                      </a:pPr>
                      <a:r>
                        <a:rPr lang="en-IN"/>
                        <a:t>Payroll</a:t>
                      </a:r>
                    </a:p>
                  </a:txBody>
                  <a:tcPr anchor="ctr">
                    <a:lnL>
                      <a:noFill/>
                    </a:lnL>
                    <a:lnR>
                      <a:noFill/>
                    </a:lnR>
                    <a:lnT>
                      <a:noFill/>
                    </a:lnT>
                    <a:lnB>
                      <a:noFill/>
                    </a:lnB>
                    <a:noFill/>
                  </a:tcPr>
                </a:tc>
                <a:tc>
                  <a:txBody>
                    <a:bodyPr/>
                    <a:lstStyle/>
                    <a:p>
                      <a:pPr>
                        <a:buNone/>
                      </a:pPr>
                      <a:r>
                        <a:rPr lang="en-IN" sz="1600" b="1" dirty="0"/>
                        <a:t>1 : Many (1:N)</a:t>
                      </a:r>
                    </a:p>
                  </a:txBody>
                  <a:tcPr anchor="ctr">
                    <a:lnL>
                      <a:noFill/>
                    </a:lnL>
                    <a:lnR>
                      <a:noFill/>
                    </a:lnR>
                    <a:lnT>
                      <a:noFill/>
                    </a:lnT>
                    <a:lnB>
                      <a:noFill/>
                    </a:lnB>
                    <a:noFill/>
                  </a:tcPr>
                </a:tc>
                <a:extLst>
                  <a:ext uri="{0D108BD9-81ED-4DB2-BD59-A6C34878D82A}">
                    <a16:rowId xmlns:a16="http://schemas.microsoft.com/office/drawing/2014/main" val="1833997338"/>
                  </a:ext>
                </a:extLst>
              </a:tr>
              <a:tr h="589295">
                <a:tc>
                  <a:txBody>
                    <a:bodyPr/>
                    <a:lstStyle/>
                    <a:p>
                      <a:pPr>
                        <a:buNone/>
                      </a:pPr>
                      <a:r>
                        <a:rPr lang="en-IN" dirty="0"/>
                        <a:t>SalaryBonus</a:t>
                      </a:r>
                    </a:p>
                  </a:txBody>
                  <a:tcPr anchor="ctr">
                    <a:lnL>
                      <a:noFill/>
                    </a:lnL>
                    <a:lnR>
                      <a:noFill/>
                    </a:lnR>
                    <a:lnT>
                      <a:noFill/>
                    </a:lnT>
                    <a:lnB>
                      <a:noFill/>
                    </a:lnB>
                    <a:noFill/>
                  </a:tcPr>
                </a:tc>
                <a:tc>
                  <a:txBody>
                    <a:bodyPr/>
                    <a:lstStyle/>
                    <a:p>
                      <a:pPr>
                        <a:buNone/>
                      </a:pPr>
                      <a:r>
                        <a:rPr lang="en-IN"/>
                        <a:t>Payroll</a:t>
                      </a:r>
                    </a:p>
                  </a:txBody>
                  <a:tcPr anchor="ctr">
                    <a:lnL>
                      <a:noFill/>
                    </a:lnL>
                    <a:lnR>
                      <a:noFill/>
                    </a:lnR>
                    <a:lnT>
                      <a:noFill/>
                    </a:lnT>
                    <a:lnB>
                      <a:noFill/>
                    </a:lnB>
                    <a:noFill/>
                  </a:tcPr>
                </a:tc>
                <a:tc>
                  <a:txBody>
                    <a:bodyPr/>
                    <a:lstStyle/>
                    <a:p>
                      <a:pPr>
                        <a:buNone/>
                      </a:pPr>
                      <a:r>
                        <a:rPr lang="en-IN" sz="1600" b="1" dirty="0"/>
                        <a:t>1 : Many (1:N)</a:t>
                      </a:r>
                    </a:p>
                  </a:txBody>
                  <a:tcPr anchor="ctr">
                    <a:lnL>
                      <a:noFill/>
                    </a:lnL>
                    <a:lnR>
                      <a:noFill/>
                    </a:lnR>
                    <a:lnT>
                      <a:noFill/>
                    </a:lnT>
                    <a:lnB>
                      <a:noFill/>
                    </a:lnB>
                    <a:noFill/>
                  </a:tcPr>
                </a:tc>
                <a:extLst>
                  <a:ext uri="{0D108BD9-81ED-4DB2-BD59-A6C34878D82A}">
                    <a16:rowId xmlns:a16="http://schemas.microsoft.com/office/drawing/2014/main" val="3087146762"/>
                  </a:ext>
                </a:extLst>
              </a:tr>
              <a:tr h="589295">
                <a:tc>
                  <a:txBody>
                    <a:bodyPr/>
                    <a:lstStyle/>
                    <a:p>
                      <a:pPr>
                        <a:buNone/>
                      </a:pPr>
                      <a:r>
                        <a:rPr lang="en-IN" dirty="0"/>
                        <a:t>Leave</a:t>
                      </a:r>
                    </a:p>
                  </a:txBody>
                  <a:tcPr anchor="ctr">
                    <a:lnL>
                      <a:noFill/>
                    </a:lnL>
                    <a:lnR>
                      <a:noFill/>
                    </a:lnR>
                    <a:lnT>
                      <a:noFill/>
                    </a:lnT>
                    <a:lnB>
                      <a:noFill/>
                    </a:lnB>
                    <a:noFill/>
                  </a:tcPr>
                </a:tc>
                <a:tc>
                  <a:txBody>
                    <a:bodyPr/>
                    <a:lstStyle/>
                    <a:p>
                      <a:pPr>
                        <a:buNone/>
                      </a:pPr>
                      <a:r>
                        <a:rPr lang="en-IN"/>
                        <a:t>Payroll</a:t>
                      </a:r>
                    </a:p>
                  </a:txBody>
                  <a:tcPr anchor="ctr">
                    <a:lnL>
                      <a:noFill/>
                    </a:lnL>
                    <a:lnR>
                      <a:noFill/>
                    </a:lnR>
                    <a:lnT>
                      <a:noFill/>
                    </a:lnT>
                    <a:lnB>
                      <a:noFill/>
                    </a:lnB>
                    <a:noFill/>
                  </a:tcPr>
                </a:tc>
                <a:tc>
                  <a:txBody>
                    <a:bodyPr/>
                    <a:lstStyle/>
                    <a:p>
                      <a:pPr>
                        <a:buNone/>
                      </a:pPr>
                      <a:r>
                        <a:rPr lang="en-IN" sz="1600" b="1" dirty="0"/>
                        <a:t>1 : Many (1:N)</a:t>
                      </a:r>
                    </a:p>
                  </a:txBody>
                  <a:tcPr anchor="ctr">
                    <a:lnL>
                      <a:noFill/>
                    </a:lnL>
                    <a:lnR>
                      <a:noFill/>
                    </a:lnR>
                    <a:lnT>
                      <a:noFill/>
                    </a:lnT>
                    <a:lnB>
                      <a:noFill/>
                    </a:lnB>
                    <a:noFill/>
                  </a:tcPr>
                </a:tc>
                <a:extLst>
                  <a:ext uri="{0D108BD9-81ED-4DB2-BD59-A6C34878D82A}">
                    <a16:rowId xmlns:a16="http://schemas.microsoft.com/office/drawing/2014/main" val="2646960612"/>
                  </a:ext>
                </a:extLst>
              </a:tr>
            </a:tbl>
          </a:graphicData>
        </a:graphic>
      </p:graphicFrame>
      <p:pic>
        <p:nvPicPr>
          <p:cNvPr id="4" name="Picture 3">
            <a:extLst>
              <a:ext uri="{FF2B5EF4-FFF2-40B4-BE49-F238E27FC236}">
                <a16:creationId xmlns:a16="http://schemas.microsoft.com/office/drawing/2014/main" id="{EFC3F5D0-3C2F-FF16-3DF3-6252B9A55A9D}"/>
              </a:ext>
            </a:extLst>
          </p:cNvPr>
          <p:cNvPicPr>
            <a:picLocks noChangeAspect="1"/>
          </p:cNvPicPr>
          <p:nvPr/>
        </p:nvPicPr>
        <p:blipFill>
          <a:blip r:embed="rId2"/>
          <a:stretch>
            <a:fillRect/>
          </a:stretch>
        </p:blipFill>
        <p:spPr>
          <a:xfrm>
            <a:off x="108154" y="1425677"/>
            <a:ext cx="7059562" cy="492128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08330"/>
          </a:xfrm>
        </p:spPr>
        <p:txBody>
          <a:bodyPr>
            <a:normAutofit fontScale="90000"/>
          </a:bodyPr>
          <a:lstStyle/>
          <a:p>
            <a:r>
              <a:rPr lang="en-IN" b="1" dirty="0">
                <a:solidFill>
                  <a:srgbClr val="FF0000"/>
                </a:solidFill>
                <a:latin typeface="Arial" panose="020B0604020202020204" pitchFamily="34" charset="0"/>
                <a:cs typeface="Arial" panose="020B0604020202020204" pitchFamily="34" charset="0"/>
                <a:sym typeface="+mn-ea"/>
              </a:rPr>
              <a:t>SQL Queries Results</a:t>
            </a:r>
          </a:p>
        </p:txBody>
      </p:sp>
      <p:sp>
        <p:nvSpPr>
          <p:cNvPr id="3" name="TextBox 2">
            <a:extLst>
              <a:ext uri="{FF2B5EF4-FFF2-40B4-BE49-F238E27FC236}">
                <a16:creationId xmlns:a16="http://schemas.microsoft.com/office/drawing/2014/main" id="{D4A6FDC3-E3F0-59E2-3FF9-10D2FE31BBEB}"/>
              </a:ext>
            </a:extLst>
          </p:cNvPr>
          <p:cNvSpPr txBox="1"/>
          <p:nvPr/>
        </p:nvSpPr>
        <p:spPr>
          <a:xfrm>
            <a:off x="744415" y="1235082"/>
            <a:ext cx="6489290" cy="400110"/>
          </a:xfrm>
          <a:prstGeom prst="rect">
            <a:avLst/>
          </a:prstGeom>
          <a:noFill/>
        </p:spPr>
        <p:txBody>
          <a:bodyPr wrap="square" rtlCol="0">
            <a:spAutoFit/>
          </a:bodyPr>
          <a:lstStyle/>
          <a:p>
            <a:r>
              <a:rPr lang="en-IN" sz="2000" b="1" dirty="0"/>
              <a:t>01. </a:t>
            </a:r>
            <a:r>
              <a:rPr lang="en-IN" sz="2000" b="1" u="sng" dirty="0">
                <a:latin typeface="+mn-lt"/>
              </a:rPr>
              <a:t>Department-wise Employee Distribution </a:t>
            </a:r>
            <a:r>
              <a:rPr lang="en-IN" sz="2000" b="1" u="sng" dirty="0"/>
              <a:t>:</a:t>
            </a:r>
            <a:endParaRPr lang="en-IN" sz="2000" u="sng" dirty="0"/>
          </a:p>
        </p:txBody>
      </p:sp>
      <p:pic>
        <p:nvPicPr>
          <p:cNvPr id="15" name="Picture 14">
            <a:extLst>
              <a:ext uri="{FF2B5EF4-FFF2-40B4-BE49-F238E27FC236}">
                <a16:creationId xmlns:a16="http://schemas.microsoft.com/office/drawing/2014/main" id="{251E53E2-93EE-66C2-789E-D64108743CD2}"/>
              </a:ext>
            </a:extLst>
          </p:cNvPr>
          <p:cNvPicPr>
            <a:picLocks noChangeAspect="1"/>
          </p:cNvPicPr>
          <p:nvPr/>
        </p:nvPicPr>
        <p:blipFill>
          <a:blip r:embed="rId2"/>
          <a:stretch>
            <a:fillRect/>
          </a:stretch>
        </p:blipFill>
        <p:spPr>
          <a:xfrm>
            <a:off x="6564922" y="2047631"/>
            <a:ext cx="3798277" cy="2711938"/>
          </a:xfrm>
          <a:prstGeom prst="rect">
            <a:avLst/>
          </a:prstGeom>
        </p:spPr>
      </p:pic>
      <p:pic>
        <p:nvPicPr>
          <p:cNvPr id="17" name="Picture 16">
            <a:extLst>
              <a:ext uri="{FF2B5EF4-FFF2-40B4-BE49-F238E27FC236}">
                <a16:creationId xmlns:a16="http://schemas.microsoft.com/office/drawing/2014/main" id="{4CBE7222-C833-CF10-EBB5-79880F94808D}"/>
              </a:ext>
            </a:extLst>
          </p:cNvPr>
          <p:cNvPicPr>
            <a:picLocks noChangeAspect="1"/>
          </p:cNvPicPr>
          <p:nvPr/>
        </p:nvPicPr>
        <p:blipFill>
          <a:blip r:embed="rId3"/>
          <a:stretch>
            <a:fillRect/>
          </a:stretch>
        </p:blipFill>
        <p:spPr>
          <a:xfrm>
            <a:off x="1229958" y="2443397"/>
            <a:ext cx="4397121" cy="1920406"/>
          </a:xfrm>
          <a:prstGeom prst="rect">
            <a:avLst/>
          </a:prstGeom>
        </p:spPr>
      </p:pic>
    </p:spTree>
    <p:extLst>
      <p:ext uri="{BB962C8B-B14F-4D97-AF65-F5344CB8AC3E}">
        <p14:creationId xmlns:p14="http://schemas.microsoft.com/office/powerpoint/2010/main" val="24966049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7A8B6655-ED38-034B-065F-9523B691FA07}"/>
              </a:ext>
            </a:extLst>
          </p:cNvPr>
          <p:cNvSpPr txBox="1"/>
          <p:nvPr/>
        </p:nvSpPr>
        <p:spPr>
          <a:xfrm>
            <a:off x="857865" y="393290"/>
            <a:ext cx="6489290" cy="400110"/>
          </a:xfrm>
          <a:prstGeom prst="rect">
            <a:avLst/>
          </a:prstGeom>
          <a:noFill/>
        </p:spPr>
        <p:txBody>
          <a:bodyPr wrap="square" rtlCol="0">
            <a:spAutoFit/>
          </a:bodyPr>
          <a:lstStyle/>
          <a:p>
            <a:r>
              <a:rPr lang="en-IN" sz="2000" b="1" dirty="0"/>
              <a:t>02. </a:t>
            </a:r>
            <a:r>
              <a:rPr lang="en-IN" sz="2000" b="1" u="sng" dirty="0"/>
              <a:t>Average Salary by Department:</a:t>
            </a:r>
          </a:p>
        </p:txBody>
      </p:sp>
      <p:pic>
        <p:nvPicPr>
          <p:cNvPr id="3" name="Picture 2">
            <a:extLst>
              <a:ext uri="{FF2B5EF4-FFF2-40B4-BE49-F238E27FC236}">
                <a16:creationId xmlns:a16="http://schemas.microsoft.com/office/drawing/2014/main" id="{5A24D5F1-02DD-7312-A32B-F098DF3BEA62}"/>
              </a:ext>
            </a:extLst>
          </p:cNvPr>
          <p:cNvPicPr>
            <a:picLocks noChangeAspect="1"/>
          </p:cNvPicPr>
          <p:nvPr/>
        </p:nvPicPr>
        <p:blipFill>
          <a:blip r:embed="rId2"/>
          <a:stretch>
            <a:fillRect/>
          </a:stretch>
        </p:blipFill>
        <p:spPr>
          <a:xfrm>
            <a:off x="1008185" y="1594338"/>
            <a:ext cx="4376690" cy="2555631"/>
          </a:xfrm>
          <a:prstGeom prst="rect">
            <a:avLst/>
          </a:prstGeom>
        </p:spPr>
      </p:pic>
      <p:pic>
        <p:nvPicPr>
          <p:cNvPr id="5" name="Picture 4">
            <a:extLst>
              <a:ext uri="{FF2B5EF4-FFF2-40B4-BE49-F238E27FC236}">
                <a16:creationId xmlns:a16="http://schemas.microsoft.com/office/drawing/2014/main" id="{5F31808A-7E31-A3AF-8898-92066B71E128}"/>
              </a:ext>
            </a:extLst>
          </p:cNvPr>
          <p:cNvPicPr>
            <a:picLocks noChangeAspect="1"/>
          </p:cNvPicPr>
          <p:nvPr/>
        </p:nvPicPr>
        <p:blipFill>
          <a:blip r:embed="rId3"/>
          <a:stretch>
            <a:fillRect/>
          </a:stretch>
        </p:blipFill>
        <p:spPr>
          <a:xfrm>
            <a:off x="6627446" y="1354145"/>
            <a:ext cx="3212123" cy="317096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06E5D4D-8289-856B-0109-63B6DC462AB9}"/>
              </a:ext>
            </a:extLst>
          </p:cNvPr>
          <p:cNvSpPr txBox="1"/>
          <p:nvPr/>
        </p:nvSpPr>
        <p:spPr>
          <a:xfrm>
            <a:off x="510048" y="1007252"/>
            <a:ext cx="6489290" cy="400110"/>
          </a:xfrm>
          <a:prstGeom prst="rect">
            <a:avLst/>
          </a:prstGeom>
          <a:noFill/>
        </p:spPr>
        <p:txBody>
          <a:bodyPr wrap="square" rtlCol="0">
            <a:spAutoFit/>
          </a:bodyPr>
          <a:lstStyle/>
          <a:p>
            <a:r>
              <a:rPr lang="en-IN" sz="2000" b="1" dirty="0"/>
              <a:t>03. </a:t>
            </a:r>
            <a:r>
              <a:rPr lang="en-IN" sz="2000" b="1" u="sng" dirty="0"/>
              <a:t>Department-wise Bonus Analysis :</a:t>
            </a:r>
          </a:p>
        </p:txBody>
      </p:sp>
      <p:pic>
        <p:nvPicPr>
          <p:cNvPr id="4" name="Picture 3">
            <a:extLst>
              <a:ext uri="{FF2B5EF4-FFF2-40B4-BE49-F238E27FC236}">
                <a16:creationId xmlns:a16="http://schemas.microsoft.com/office/drawing/2014/main" id="{68B7357B-23B1-204B-7C17-E362FD5864CD}"/>
              </a:ext>
            </a:extLst>
          </p:cNvPr>
          <p:cNvPicPr>
            <a:picLocks noChangeAspect="1"/>
          </p:cNvPicPr>
          <p:nvPr/>
        </p:nvPicPr>
        <p:blipFill>
          <a:blip r:embed="rId2"/>
          <a:stretch>
            <a:fillRect/>
          </a:stretch>
        </p:blipFill>
        <p:spPr>
          <a:xfrm>
            <a:off x="648927" y="2143155"/>
            <a:ext cx="4837471" cy="2571690"/>
          </a:xfrm>
          <a:prstGeom prst="rect">
            <a:avLst/>
          </a:prstGeom>
        </p:spPr>
      </p:pic>
      <p:pic>
        <p:nvPicPr>
          <p:cNvPr id="6" name="Picture 5">
            <a:extLst>
              <a:ext uri="{FF2B5EF4-FFF2-40B4-BE49-F238E27FC236}">
                <a16:creationId xmlns:a16="http://schemas.microsoft.com/office/drawing/2014/main" id="{02128354-0448-AC9E-5105-B22404F80D87}"/>
              </a:ext>
            </a:extLst>
          </p:cNvPr>
          <p:cNvPicPr>
            <a:picLocks noChangeAspect="1"/>
          </p:cNvPicPr>
          <p:nvPr/>
        </p:nvPicPr>
        <p:blipFill>
          <a:blip r:embed="rId3"/>
          <a:stretch>
            <a:fillRect/>
          </a:stretch>
        </p:blipFill>
        <p:spPr>
          <a:xfrm>
            <a:off x="7089058" y="1407362"/>
            <a:ext cx="3834581" cy="390340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697A6F5-9982-0198-5675-F6409F4046F4}"/>
              </a:ext>
            </a:extLst>
          </p:cNvPr>
          <p:cNvSpPr txBox="1"/>
          <p:nvPr/>
        </p:nvSpPr>
        <p:spPr>
          <a:xfrm>
            <a:off x="1011493" y="1071878"/>
            <a:ext cx="6489290" cy="400110"/>
          </a:xfrm>
          <a:prstGeom prst="rect">
            <a:avLst/>
          </a:prstGeom>
          <a:noFill/>
        </p:spPr>
        <p:txBody>
          <a:bodyPr wrap="square" rtlCol="0">
            <a:spAutoFit/>
          </a:bodyPr>
          <a:lstStyle/>
          <a:p>
            <a:r>
              <a:rPr lang="en-IN" sz="2000" b="1" dirty="0"/>
              <a:t>04.</a:t>
            </a:r>
            <a:r>
              <a:rPr lang="en-IN" sz="2000" dirty="0"/>
              <a:t> </a:t>
            </a:r>
            <a:r>
              <a:rPr lang="en-IN" sz="2000" b="1" u="sng" dirty="0"/>
              <a:t>Highest Payroll Expenditure Department:</a:t>
            </a:r>
          </a:p>
        </p:txBody>
      </p:sp>
      <p:pic>
        <p:nvPicPr>
          <p:cNvPr id="4" name="Picture 3">
            <a:extLst>
              <a:ext uri="{FF2B5EF4-FFF2-40B4-BE49-F238E27FC236}">
                <a16:creationId xmlns:a16="http://schemas.microsoft.com/office/drawing/2014/main" id="{503EE629-8C58-0D8F-DD92-14126746FC1F}"/>
              </a:ext>
            </a:extLst>
          </p:cNvPr>
          <p:cNvPicPr>
            <a:picLocks noChangeAspect="1"/>
          </p:cNvPicPr>
          <p:nvPr/>
        </p:nvPicPr>
        <p:blipFill>
          <a:blip r:embed="rId2"/>
          <a:stretch>
            <a:fillRect/>
          </a:stretch>
        </p:blipFill>
        <p:spPr>
          <a:xfrm>
            <a:off x="1108489" y="2081155"/>
            <a:ext cx="5098222" cy="2027096"/>
          </a:xfrm>
          <a:prstGeom prst="rect">
            <a:avLst/>
          </a:prstGeom>
        </p:spPr>
      </p:pic>
      <p:pic>
        <p:nvPicPr>
          <p:cNvPr id="8" name="Picture 7">
            <a:extLst>
              <a:ext uri="{FF2B5EF4-FFF2-40B4-BE49-F238E27FC236}">
                <a16:creationId xmlns:a16="http://schemas.microsoft.com/office/drawing/2014/main" id="{A732C60A-1128-B5BD-40FC-B3E3D291EDBA}"/>
              </a:ext>
            </a:extLst>
          </p:cNvPr>
          <p:cNvPicPr>
            <a:picLocks noChangeAspect="1"/>
          </p:cNvPicPr>
          <p:nvPr/>
        </p:nvPicPr>
        <p:blipFill>
          <a:blip r:embed="rId3"/>
          <a:stretch>
            <a:fillRect/>
          </a:stretch>
        </p:blipFill>
        <p:spPr>
          <a:xfrm>
            <a:off x="7148053" y="1471988"/>
            <a:ext cx="3224980" cy="3272509"/>
          </a:xfrm>
          <a:prstGeom prst="rect">
            <a:avLst/>
          </a:prstGeom>
        </p:spPr>
      </p:pic>
    </p:spTree>
    <p:extLst>
      <p:ext uri="{BB962C8B-B14F-4D97-AF65-F5344CB8AC3E}">
        <p14:creationId xmlns:p14="http://schemas.microsoft.com/office/powerpoint/2010/main" val="18795105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9256AE5-5455-7FDB-FBB1-37E2D26408CD}"/>
              </a:ext>
            </a:extLst>
          </p:cNvPr>
          <p:cNvSpPr txBox="1"/>
          <p:nvPr/>
        </p:nvSpPr>
        <p:spPr>
          <a:xfrm>
            <a:off x="411725" y="648927"/>
            <a:ext cx="6489290" cy="400110"/>
          </a:xfrm>
          <a:prstGeom prst="rect">
            <a:avLst/>
          </a:prstGeom>
          <a:noFill/>
        </p:spPr>
        <p:txBody>
          <a:bodyPr wrap="square" rtlCol="0">
            <a:spAutoFit/>
          </a:bodyPr>
          <a:lstStyle/>
          <a:p>
            <a:r>
              <a:rPr lang="en-IN" sz="2000" b="1" u="sng" dirty="0"/>
              <a:t>05. Most Frequently Leave Reasons occur :</a:t>
            </a:r>
          </a:p>
        </p:txBody>
      </p:sp>
      <p:pic>
        <p:nvPicPr>
          <p:cNvPr id="4" name="Picture 3">
            <a:extLst>
              <a:ext uri="{FF2B5EF4-FFF2-40B4-BE49-F238E27FC236}">
                <a16:creationId xmlns:a16="http://schemas.microsoft.com/office/drawing/2014/main" id="{0F5C8438-53C1-11E9-240E-92A03CF1AF55}"/>
              </a:ext>
            </a:extLst>
          </p:cNvPr>
          <p:cNvPicPr>
            <a:picLocks noChangeAspect="1"/>
          </p:cNvPicPr>
          <p:nvPr/>
        </p:nvPicPr>
        <p:blipFill>
          <a:blip r:embed="rId2"/>
          <a:stretch>
            <a:fillRect/>
          </a:stretch>
        </p:blipFill>
        <p:spPr>
          <a:xfrm>
            <a:off x="688258" y="1501321"/>
            <a:ext cx="4434348" cy="2359741"/>
          </a:xfrm>
          <a:prstGeom prst="rect">
            <a:avLst/>
          </a:prstGeom>
        </p:spPr>
      </p:pic>
      <p:pic>
        <p:nvPicPr>
          <p:cNvPr id="7" name="Picture 6">
            <a:extLst>
              <a:ext uri="{FF2B5EF4-FFF2-40B4-BE49-F238E27FC236}">
                <a16:creationId xmlns:a16="http://schemas.microsoft.com/office/drawing/2014/main" id="{F6E59400-71EE-67D0-3CF6-55DB0595C921}"/>
              </a:ext>
            </a:extLst>
          </p:cNvPr>
          <p:cNvPicPr>
            <a:picLocks noChangeAspect="1"/>
          </p:cNvPicPr>
          <p:nvPr/>
        </p:nvPicPr>
        <p:blipFill>
          <a:blip r:embed="rId3"/>
          <a:stretch>
            <a:fillRect/>
          </a:stretch>
        </p:blipFill>
        <p:spPr>
          <a:xfrm>
            <a:off x="6666273" y="1394952"/>
            <a:ext cx="3264310" cy="406809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FB78C6D-16A0-B101-8E52-3933A0D61A81}"/>
              </a:ext>
            </a:extLst>
          </p:cNvPr>
          <p:cNvSpPr txBox="1"/>
          <p:nvPr/>
        </p:nvSpPr>
        <p:spPr>
          <a:xfrm>
            <a:off x="814849" y="816076"/>
            <a:ext cx="6489290" cy="400110"/>
          </a:xfrm>
          <a:prstGeom prst="rect">
            <a:avLst/>
          </a:prstGeom>
          <a:noFill/>
        </p:spPr>
        <p:txBody>
          <a:bodyPr wrap="square" rtlCol="0">
            <a:spAutoFit/>
          </a:bodyPr>
          <a:lstStyle/>
          <a:p>
            <a:r>
              <a:rPr lang="en-IN" sz="2000" b="1" dirty="0"/>
              <a:t>06. </a:t>
            </a:r>
            <a:r>
              <a:rPr lang="en-IN" sz="2000" b="1" u="sng" dirty="0"/>
              <a:t>Gender Distribution Across Departments:</a:t>
            </a:r>
          </a:p>
        </p:txBody>
      </p:sp>
      <p:pic>
        <p:nvPicPr>
          <p:cNvPr id="4" name="Picture 3">
            <a:extLst>
              <a:ext uri="{FF2B5EF4-FFF2-40B4-BE49-F238E27FC236}">
                <a16:creationId xmlns:a16="http://schemas.microsoft.com/office/drawing/2014/main" id="{E341E7EE-F43D-973F-F86B-A9B86B33D973}"/>
              </a:ext>
            </a:extLst>
          </p:cNvPr>
          <p:cNvPicPr>
            <a:picLocks noChangeAspect="1"/>
          </p:cNvPicPr>
          <p:nvPr/>
        </p:nvPicPr>
        <p:blipFill>
          <a:blip r:embed="rId2"/>
          <a:stretch>
            <a:fillRect/>
          </a:stretch>
        </p:blipFill>
        <p:spPr>
          <a:xfrm>
            <a:off x="814849" y="1881888"/>
            <a:ext cx="3825572" cy="2255715"/>
          </a:xfrm>
          <a:prstGeom prst="rect">
            <a:avLst/>
          </a:prstGeom>
        </p:spPr>
      </p:pic>
      <p:pic>
        <p:nvPicPr>
          <p:cNvPr id="6" name="Picture 5">
            <a:extLst>
              <a:ext uri="{FF2B5EF4-FFF2-40B4-BE49-F238E27FC236}">
                <a16:creationId xmlns:a16="http://schemas.microsoft.com/office/drawing/2014/main" id="{E022CCD5-8C49-DF23-2812-F7658CB1C1B0}"/>
              </a:ext>
            </a:extLst>
          </p:cNvPr>
          <p:cNvPicPr>
            <a:picLocks noChangeAspect="1"/>
          </p:cNvPicPr>
          <p:nvPr/>
        </p:nvPicPr>
        <p:blipFill>
          <a:blip r:embed="rId3"/>
          <a:stretch>
            <a:fillRect/>
          </a:stretch>
        </p:blipFill>
        <p:spPr>
          <a:xfrm>
            <a:off x="5928851" y="1225067"/>
            <a:ext cx="4473677" cy="4407866"/>
          </a:xfrm>
          <a:prstGeom prst="rect">
            <a:avLst/>
          </a:prstGeom>
        </p:spPr>
      </p:pic>
    </p:spTree>
    <p:extLst>
      <p:ext uri="{BB962C8B-B14F-4D97-AF65-F5344CB8AC3E}">
        <p14:creationId xmlns:p14="http://schemas.microsoft.com/office/powerpoint/2010/main" val="38164849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8895A32-5F17-AB92-6802-7A5B65818389}"/>
              </a:ext>
            </a:extLst>
          </p:cNvPr>
          <p:cNvSpPr txBox="1"/>
          <p:nvPr/>
        </p:nvSpPr>
        <p:spPr>
          <a:xfrm>
            <a:off x="624345" y="909484"/>
            <a:ext cx="9629439" cy="400110"/>
          </a:xfrm>
          <a:prstGeom prst="rect">
            <a:avLst/>
          </a:prstGeom>
          <a:noFill/>
        </p:spPr>
        <p:txBody>
          <a:bodyPr wrap="square" rtlCol="0">
            <a:spAutoFit/>
          </a:bodyPr>
          <a:lstStyle/>
          <a:p>
            <a:r>
              <a:rPr lang="en-US" sz="2000" b="1" dirty="0">
                <a:latin typeface="Arial" panose="020B0604020202020204" pitchFamily="34" charset="0"/>
                <a:cs typeface="Arial" panose="020B0604020202020204" pitchFamily="34" charset="0"/>
              </a:rPr>
              <a:t>07.</a:t>
            </a:r>
            <a:r>
              <a:rPr lang="en-IN" sz="2000" b="1" dirty="0">
                <a:latin typeface="Arial" panose="020B0604020202020204" pitchFamily="34" charset="0"/>
                <a:cs typeface="Arial" panose="020B0604020202020204" pitchFamily="34" charset="0"/>
              </a:rPr>
              <a:t> </a:t>
            </a:r>
            <a:r>
              <a:rPr lang="en-US" sz="2000" b="1" u="sng" dirty="0">
                <a:latin typeface="Arial" panose="020B0604020202020204" pitchFamily="34" charset="0"/>
                <a:cs typeface="Arial" panose="020B0604020202020204" pitchFamily="34" charset="0"/>
              </a:rPr>
              <a:t>Average number leave days taken by employees per department</a:t>
            </a:r>
            <a:r>
              <a:rPr lang="en-IN" sz="2000" b="1" dirty="0">
                <a:latin typeface="Arial" panose="020B0604020202020204" pitchFamily="34" charset="0"/>
                <a:cs typeface="Arial" panose="020B0604020202020204" pitchFamily="34" charset="0"/>
              </a:rPr>
              <a:t>:</a:t>
            </a:r>
          </a:p>
        </p:txBody>
      </p:sp>
      <p:pic>
        <p:nvPicPr>
          <p:cNvPr id="8" name="Picture 7">
            <a:extLst>
              <a:ext uri="{FF2B5EF4-FFF2-40B4-BE49-F238E27FC236}">
                <a16:creationId xmlns:a16="http://schemas.microsoft.com/office/drawing/2014/main" id="{BED2A06A-7D34-1E22-DEFD-06E171419046}"/>
              </a:ext>
            </a:extLst>
          </p:cNvPr>
          <p:cNvPicPr>
            <a:picLocks noChangeAspect="1"/>
          </p:cNvPicPr>
          <p:nvPr/>
        </p:nvPicPr>
        <p:blipFill>
          <a:blip r:embed="rId2"/>
          <a:stretch>
            <a:fillRect/>
          </a:stretch>
        </p:blipFill>
        <p:spPr>
          <a:xfrm>
            <a:off x="911962" y="1971423"/>
            <a:ext cx="4397121" cy="2446232"/>
          </a:xfrm>
          <a:prstGeom prst="rect">
            <a:avLst/>
          </a:prstGeom>
        </p:spPr>
      </p:pic>
      <p:pic>
        <p:nvPicPr>
          <p:cNvPr id="10" name="Picture 9">
            <a:extLst>
              <a:ext uri="{FF2B5EF4-FFF2-40B4-BE49-F238E27FC236}">
                <a16:creationId xmlns:a16="http://schemas.microsoft.com/office/drawing/2014/main" id="{29AFAC60-532E-8826-F5DC-4B6EB2239D4B}"/>
              </a:ext>
            </a:extLst>
          </p:cNvPr>
          <p:cNvPicPr>
            <a:picLocks noChangeAspect="1"/>
          </p:cNvPicPr>
          <p:nvPr/>
        </p:nvPicPr>
        <p:blipFill>
          <a:blip r:embed="rId3"/>
          <a:stretch>
            <a:fillRect/>
          </a:stretch>
        </p:blipFill>
        <p:spPr>
          <a:xfrm>
            <a:off x="6463323" y="1971423"/>
            <a:ext cx="3563815" cy="2852616"/>
          </a:xfrm>
          <a:prstGeom prst="rect">
            <a:avLst/>
          </a:prstGeom>
        </p:spPr>
      </p:pic>
    </p:spTree>
    <p:extLst>
      <p:ext uri="{BB962C8B-B14F-4D97-AF65-F5344CB8AC3E}">
        <p14:creationId xmlns:p14="http://schemas.microsoft.com/office/powerpoint/2010/main" val="13348376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BF2E367-8F3B-3232-72EB-89FB9D97F44C}"/>
              </a:ext>
            </a:extLst>
          </p:cNvPr>
          <p:cNvSpPr txBox="1"/>
          <p:nvPr/>
        </p:nvSpPr>
        <p:spPr>
          <a:xfrm>
            <a:off x="625230" y="468924"/>
            <a:ext cx="5700984" cy="400110"/>
          </a:xfrm>
          <a:prstGeom prst="rect">
            <a:avLst/>
          </a:prstGeom>
          <a:noFill/>
        </p:spPr>
        <p:txBody>
          <a:bodyPr wrap="none" rtlCol="0">
            <a:spAutoFit/>
          </a:bodyPr>
          <a:lstStyle/>
          <a:p>
            <a:r>
              <a:rPr lang="en-IN" sz="2000" b="1" dirty="0"/>
              <a:t>8.</a:t>
            </a:r>
            <a:r>
              <a:rPr lang="en-US" sz="2000" b="1" dirty="0"/>
              <a:t> </a:t>
            </a:r>
            <a:r>
              <a:rPr lang="en-US" sz="2000" b="1" u="sng" dirty="0"/>
              <a:t>Employees  highest number of qualifications:</a:t>
            </a:r>
            <a:endParaRPr lang="en-IN" sz="2000" b="1" u="sng" dirty="0"/>
          </a:p>
        </p:txBody>
      </p:sp>
      <p:pic>
        <p:nvPicPr>
          <p:cNvPr id="5" name="Picture 4">
            <a:extLst>
              <a:ext uri="{FF2B5EF4-FFF2-40B4-BE49-F238E27FC236}">
                <a16:creationId xmlns:a16="http://schemas.microsoft.com/office/drawing/2014/main" id="{E2D2C394-7B52-FEC8-67FE-9F3377901344}"/>
              </a:ext>
            </a:extLst>
          </p:cNvPr>
          <p:cNvPicPr>
            <a:picLocks noChangeAspect="1"/>
          </p:cNvPicPr>
          <p:nvPr/>
        </p:nvPicPr>
        <p:blipFill>
          <a:blip r:embed="rId2"/>
          <a:stretch>
            <a:fillRect/>
          </a:stretch>
        </p:blipFill>
        <p:spPr>
          <a:xfrm>
            <a:off x="1021015" y="1425818"/>
            <a:ext cx="3756986" cy="2255715"/>
          </a:xfrm>
          <a:prstGeom prst="rect">
            <a:avLst/>
          </a:prstGeom>
        </p:spPr>
      </p:pic>
      <p:pic>
        <p:nvPicPr>
          <p:cNvPr id="7" name="Picture 6">
            <a:extLst>
              <a:ext uri="{FF2B5EF4-FFF2-40B4-BE49-F238E27FC236}">
                <a16:creationId xmlns:a16="http://schemas.microsoft.com/office/drawing/2014/main" id="{CF858039-2F86-9A70-74D1-277F215A8A93}"/>
              </a:ext>
            </a:extLst>
          </p:cNvPr>
          <p:cNvPicPr>
            <a:picLocks noChangeAspect="1"/>
          </p:cNvPicPr>
          <p:nvPr/>
        </p:nvPicPr>
        <p:blipFill>
          <a:blip r:embed="rId3"/>
          <a:stretch>
            <a:fillRect/>
          </a:stretch>
        </p:blipFill>
        <p:spPr>
          <a:xfrm>
            <a:off x="5931877" y="1224845"/>
            <a:ext cx="3556000" cy="3417494"/>
          </a:xfrm>
          <a:prstGeom prst="rect">
            <a:avLst/>
          </a:prstGeom>
        </p:spPr>
      </p:pic>
    </p:spTree>
    <p:extLst>
      <p:ext uri="{BB962C8B-B14F-4D97-AF65-F5344CB8AC3E}">
        <p14:creationId xmlns:p14="http://schemas.microsoft.com/office/powerpoint/2010/main" val="34732383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515600" cy="678815"/>
          </a:xfrm>
        </p:spPr>
        <p:txBody>
          <a:bodyPr>
            <a:normAutofit fontScale="90000"/>
          </a:bodyPr>
          <a:lstStyle/>
          <a:p>
            <a:r>
              <a:rPr lang="en-IN" altLang="en-US" sz="4445" b="1" u="sng" dirty="0">
                <a:solidFill>
                  <a:srgbClr val="FF0000"/>
                </a:solidFill>
                <a:latin typeface="Arial" panose="020B0604020202020204" pitchFamily="34" charset="0"/>
                <a:cs typeface="Arial" panose="020B0604020202020204" pitchFamily="34" charset="0"/>
              </a:rPr>
              <a:t>Business Key Insights</a:t>
            </a:r>
          </a:p>
        </p:txBody>
      </p:sp>
      <p:sp>
        <p:nvSpPr>
          <p:cNvPr id="5" name="Text Placeholder 4"/>
          <p:cNvSpPr>
            <a:spLocks noGrp="1"/>
          </p:cNvSpPr>
          <p:nvPr>
            <p:ph idx="1"/>
          </p:nvPr>
        </p:nvSpPr>
        <p:spPr>
          <a:xfrm>
            <a:off x="621889" y="1145028"/>
            <a:ext cx="11471787" cy="5229860"/>
          </a:xfrm>
        </p:spPr>
        <p:txBody>
          <a:bodyPr>
            <a:noAutofit/>
          </a:bodyPr>
          <a:lstStyle/>
          <a:p>
            <a:pP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Department-wise employee distribution helps identify workforce concentration and resource requirements.</a:t>
            </a:r>
          </a:p>
          <a:p>
            <a:pP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 Salary levels vary significantly across departments based on job roles and skill requirements.</a:t>
            </a:r>
          </a:p>
          <a:p>
            <a:pP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 Certain departments receive higher bonus allocations, reflecting performance-driven reward systems.</a:t>
            </a:r>
          </a:p>
          <a:p>
            <a:pP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 Payroll expenditure is concentrated in specific departments, making cost management and budgeting essential.</a:t>
            </a:r>
          </a:p>
          <a:p>
            <a:pP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 Employee leave patterns provide insights into absenteeism trends and workforce well-being.</a:t>
            </a:r>
          </a:p>
          <a:p>
            <a:pP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Gender diversity varies across departments, supporting inclusive workforce planning and decision-making.</a:t>
            </a:r>
          </a:p>
          <a:p>
            <a:pP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Departments with more qualified employees demonstrate stronger expertise and organizational capabilities.</a:t>
            </a:r>
          </a:p>
          <a:p>
            <a:pP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 Total payroll represents a major operational expense, highlighting the importance of effective compensation management..</a:t>
            </a:r>
          </a:p>
          <a:p>
            <a:pP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Identifies the most qualified employees within the organization based on their qualifications,</a:t>
            </a:r>
          </a:p>
          <a:p>
            <a:pPr>
              <a:buFont typeface="Wingdings" panose="05000000000000000000" pitchFamily="2" charset="2"/>
              <a:buChar char="Ø"/>
            </a:pPr>
            <a:r>
              <a:rPr lang="en-IN" altLang="en-US" sz="2000">
                <a:latin typeface="Times New Roman" panose="02020603050405020304" pitchFamily="18" charset="0"/>
                <a:cs typeface="Times New Roman" panose="02020603050405020304" pitchFamily="18" charset="0"/>
              </a:rPr>
              <a:t>Helps </a:t>
            </a:r>
            <a:r>
              <a:rPr lang="en-IN" altLang="en-US" sz="2000" dirty="0">
                <a:latin typeface="Times New Roman" panose="02020603050405020304" pitchFamily="18" charset="0"/>
                <a:cs typeface="Times New Roman" panose="02020603050405020304" pitchFamily="18" charset="0"/>
              </a:rPr>
              <a:t>H</a:t>
            </a:r>
            <a:r>
              <a:rPr lang="en-IN" altLang="en-US" sz="2000">
                <a:latin typeface="Times New Roman" panose="02020603050405020304" pitchFamily="18" charset="0"/>
                <a:cs typeface="Times New Roman" panose="02020603050405020304" pitchFamily="18" charset="0"/>
              </a:rPr>
              <a:t>r </a:t>
            </a:r>
            <a:r>
              <a:rPr lang="en-IN" altLang="en-US" sz="2000" dirty="0">
                <a:latin typeface="Times New Roman" panose="02020603050405020304" pitchFamily="18" charset="0"/>
                <a:cs typeface="Times New Roman" panose="02020603050405020304" pitchFamily="18" charset="0"/>
              </a:rPr>
              <a:t>recognoize skilled talent for promotions,leadership roles.</a:t>
            </a:r>
          </a:p>
          <a:p>
            <a:pPr>
              <a:buFont typeface="Wingdings" panose="05000000000000000000" pitchFamily="2" charset="2"/>
              <a:buChar char="Ø"/>
            </a:pPr>
            <a:r>
              <a:rPr lang="en-IN" altLang="en-US" sz="2000" dirty="0">
                <a:latin typeface="Times New Roman" panose="02020603050405020304" pitchFamily="18" charset="0"/>
                <a:cs typeface="Times New Roman" panose="02020603050405020304" pitchFamily="18" charset="0"/>
              </a:rPr>
              <a:t>Identifies departments with higher employee leave frequency and helps management improve workforce planning and moniter employee attendance patterns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8009" y="288827"/>
            <a:ext cx="10361930" cy="838835"/>
          </a:xfrm>
        </p:spPr>
        <p:txBody>
          <a:bodyPr>
            <a:normAutofit/>
          </a:bodyPr>
          <a:lstStyle/>
          <a:p>
            <a:r>
              <a:rPr lang="en-IN" altLang="en-US" sz="4000" b="1" u="sng" dirty="0">
                <a:solidFill>
                  <a:srgbClr val="FF0000"/>
                </a:solidFill>
                <a:latin typeface="Arial" panose="020B0604020202020204" pitchFamily="34" charset="0"/>
                <a:cs typeface="Arial" panose="020B0604020202020204" pitchFamily="34" charset="0"/>
              </a:rPr>
              <a:t>Conclusion</a:t>
            </a:r>
          </a:p>
        </p:txBody>
      </p:sp>
      <p:sp>
        <p:nvSpPr>
          <p:cNvPr id="6" name="Rectangle 3">
            <a:extLst>
              <a:ext uri="{FF2B5EF4-FFF2-40B4-BE49-F238E27FC236}">
                <a16:creationId xmlns:a16="http://schemas.microsoft.com/office/drawing/2014/main" id="{E9C402BE-39A3-00C7-5898-B4C29CB08C66}"/>
              </a:ext>
            </a:extLst>
          </p:cNvPr>
          <p:cNvSpPr>
            <a:spLocks noGrp="1" noChangeArrowheads="1"/>
          </p:cNvSpPr>
          <p:nvPr>
            <p:ph idx="1"/>
          </p:nvPr>
        </p:nvSpPr>
        <p:spPr bwMode="auto">
          <a:xfrm>
            <a:off x="774086" y="1228397"/>
            <a:ext cx="8732087"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Developed an Employee Management System database to efficiently manage employee, department, payroll, qualification, and leave information within a centralized platform.</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Utilized SQL operations such as joins, aggregations, grouping, and filtering to analyze workforce data and generate meaningful business insights.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Evaluated employee distribution, salary structures, bonus allocation, payroll expenditure, qualifications, and leave patterns to support HR and management decision-making.</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Demonstrated how data-driven analysis can improve workforce planning, operational efficiency, compensation management, and overall organizational performance.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515600" cy="857250"/>
          </a:xfrm>
        </p:spPr>
        <p:txBody>
          <a:bodyPr/>
          <a:lstStyle/>
          <a:p>
            <a:r>
              <a:rPr lang="en-IN" altLang="en-US" sz="4000" b="1" u="sng" dirty="0">
                <a:solidFill>
                  <a:srgbClr val="FF0000"/>
                </a:solidFill>
                <a:latin typeface="Arial" panose="020B0604020202020204" pitchFamily="34" charset="0"/>
                <a:cs typeface="Arial" panose="020B0604020202020204" pitchFamily="34" charset="0"/>
              </a:rPr>
              <a:t>Recommendations</a:t>
            </a:r>
          </a:p>
        </p:txBody>
      </p:sp>
      <p:sp>
        <p:nvSpPr>
          <p:cNvPr id="5" name="Text Placeholder 4"/>
          <p:cNvSpPr>
            <a:spLocks noGrp="1"/>
          </p:cNvSpPr>
          <p:nvPr>
            <p:ph idx="1"/>
          </p:nvPr>
        </p:nvSpPr>
        <p:spPr>
          <a:xfrm>
            <a:off x="975851" y="1316847"/>
            <a:ext cx="10580370" cy="5176028"/>
          </a:xfrm>
        </p:spPr>
        <p:txBody>
          <a:bodyPr>
            <a:normAutofit/>
          </a:bodyPr>
          <a:lstStyle/>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Implement a centralized employee management system to improve data accuracy, accessibility, and         overall workforce management efficiency.</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Regularly monitor payroll, salary, and bonus distributions to ensure fair compensation practices and effective budget utilization.</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Introduce employee training and development programs to address skill gaps and enhance workforce qualifications across departments.</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Analyze leave patterns and attendance trends to improve employee well-being, reduce absenteeism, and increase productivity.</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Strengthen workforce planning by balancing employee distribution across departments based on operational requirements.</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Promote diversity and inclusion initiatives by monitoring gender representation and ensuring equal opportunities across departments.</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Utilize data-driven insights for strategic decision-making to optimize resource allocation, improve employee performance, and support organizational growth.</a:t>
            </a:r>
            <a:endParaRPr lang="en-US" alt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E76945B-0BE0-2F0C-14FE-99C4EDB48295}"/>
              </a:ext>
            </a:extLst>
          </p:cNvPr>
          <p:cNvPicPr>
            <a:picLocks noChangeAspect="1"/>
          </p:cNvPicPr>
          <p:nvPr/>
        </p:nvPicPr>
        <p:blipFill>
          <a:blip r:embed="rId2"/>
          <a:stretch>
            <a:fillRect/>
          </a:stretch>
        </p:blipFill>
        <p:spPr>
          <a:xfrm>
            <a:off x="1007806" y="650896"/>
            <a:ext cx="10176387" cy="5113634"/>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srcRect/>
          <a:stretch>
            <a:fill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panose="02000000000000000000"/>
              <a:buNone/>
            </a:pPr>
            <a:r>
              <a:rPr lang="en-IN" sz="4400" b="0" i="0" u="none" strike="noStrike" cap="none">
                <a:solidFill>
                  <a:srgbClr val="C00000"/>
                </a:solidFill>
                <a:latin typeface="Libre Baskerville" panose="02000000000000000000"/>
                <a:ea typeface="Libre Baskerville" panose="02000000000000000000"/>
                <a:cs typeface="Libre Baskerville" panose="02000000000000000000"/>
                <a:sym typeface="Libre Baskerville" panose="02000000000000000000"/>
              </a:rPr>
              <a:t>THANK YOU</a:t>
            </a: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1602</TotalTime>
  <Words>825</Words>
  <Application>Microsoft Office PowerPoint</Application>
  <PresentationFormat>Widescreen</PresentationFormat>
  <Paragraphs>107</Paragraphs>
  <Slides>20</Slides>
  <Notes>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20</vt:i4>
      </vt:variant>
    </vt:vector>
  </HeadingPairs>
  <TitlesOfParts>
    <vt:vector size="29" baseType="lpstr">
      <vt:lpstr>Calibri</vt:lpstr>
      <vt:lpstr>Aptos Display</vt:lpstr>
      <vt:lpstr>Times New Roman</vt:lpstr>
      <vt:lpstr>Wingdings</vt:lpstr>
      <vt:lpstr>Lato Black</vt:lpstr>
      <vt:lpstr>Libre Baskerville</vt:lpstr>
      <vt:lpstr>Aptos</vt:lpstr>
      <vt:lpstr>Arial</vt:lpstr>
      <vt:lpstr>Office Theme</vt:lpstr>
      <vt:lpstr>PowerPoint Presentation</vt:lpstr>
      <vt:lpstr>PowerPoint Presentation</vt:lpstr>
      <vt:lpstr>Agenda </vt:lpstr>
      <vt:lpstr>Business Problem</vt:lpstr>
      <vt:lpstr>Problem Statement</vt:lpstr>
      <vt:lpstr>Introduction</vt:lpstr>
      <vt:lpstr>ER Diagram and Schema Explaination</vt:lpstr>
      <vt:lpstr>SQL Queries Results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Business Key Insights</vt:lpstr>
      <vt:lpstr>Conclusion</vt:lpstr>
      <vt:lpstr>Recommendations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Raghu Ram Aduri</dc:creator>
  <cp:lastModifiedBy>u chandu</cp:lastModifiedBy>
  <cp:revision>10</cp:revision>
  <dcterms:created xsi:type="dcterms:W3CDTF">2026-06-09T10:29:00Z</dcterms:created>
  <dcterms:modified xsi:type="dcterms:W3CDTF">2026-06-27T05:16:13Z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1033-12.1.0.26880</vt:lpwstr>
  </property>
  <property fmtid="{D5CDD505-2E9C-101B-9397-08002B2CF9AE}" pid="3" name="ICV">
    <vt:lpwstr>C09BEBDBC0EC493C92EB0CF13BD90C45_13</vt:lpwstr>
  </property>
</Properties>
</file>